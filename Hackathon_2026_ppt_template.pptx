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0" r:id="rId2"/>
    <p:sldMasterId id="2147483676" r:id="rId3"/>
    <p:sldMasterId id="2147483680" r:id="rId4"/>
    <p:sldMasterId id="2147483682" r:id="rId5"/>
    <p:sldMasterId id="2147483690" r:id="rId6"/>
  </p:sldMasterIdLst>
  <p:sldIdLst>
    <p:sldId id="256" r:id="rId7"/>
    <p:sldId id="257" r:id="rId8"/>
    <p:sldId id="259" r:id="rId9"/>
    <p:sldId id="260" r:id="rId10"/>
    <p:sldId id="265" r:id="rId11"/>
    <p:sldId id="261" r:id="rId12"/>
    <p:sldId id="262" r:id="rId13"/>
    <p:sldId id="263" r:id="rId14"/>
    <p:sldId id="264" r:id="rId15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C6F522-7572-1A07-59CE-E33081B04450}" v="344" dt="2026-09-25T14:39:43.4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10" Type="http://schemas.openxmlformats.org/officeDocument/2006/relationships/slide" Target="slides/slide4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BB6153D2-2BB8-4B93-B457-D17FB3E9CF2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buNone/>
            </a:pPr>
            <a:r>
              <a:rPr lang="en-US" sz="52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GB" sz="10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BB9BBBD-1D83-4971-A50C-B8B6BEC7C7C8}" type="slidenum">
              <a:rPr lang="en-GB" sz="1000" b="0" strike="noStrike" spc="-1">
                <a:solidFill>
                  <a:schemeClr val="dk2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68;p26"/>
          <p:cNvSpPr/>
          <p:nvPr/>
        </p:nvSpPr>
        <p:spPr>
          <a:xfrm>
            <a:off x="523080" y="1740600"/>
            <a:ext cx="4048920" cy="171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t">
            <a:spAutoFit/>
          </a:bodyPr>
          <a:lstStyle/>
          <a:p>
            <a:pPr>
              <a:lnSpc>
                <a:spcPct val="82000"/>
              </a:lnSpc>
              <a:tabLst>
                <a:tab pos="0" algn="l"/>
              </a:tabLst>
            </a:pPr>
            <a:r>
              <a:rPr lang="en-GB" sz="6600" b="1" strike="noStrike" spc="-1">
                <a:solidFill>
                  <a:srgbClr val="000000"/>
                </a:solidFill>
                <a:latin typeface="Commissioner"/>
                <a:ea typeface="Commissioner"/>
              </a:rPr>
              <a:t>Project’s</a:t>
            </a:r>
            <a:endParaRPr lang="en-US" sz="66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82000"/>
              </a:lnSpc>
              <a:tabLst>
                <a:tab pos="0" algn="l"/>
              </a:tabLst>
            </a:pPr>
            <a:r>
              <a:rPr lang="en-GB" sz="6600" b="1" strike="noStrike" spc="-1">
                <a:solidFill>
                  <a:srgbClr val="000000"/>
                </a:solidFill>
                <a:latin typeface="Commissioner"/>
                <a:ea typeface="Commissioner"/>
              </a:rPr>
              <a:t>Name</a:t>
            </a:r>
            <a:endParaRPr lang="en-US" sz="6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Google Shape;69;p26"/>
          <p:cNvSpPr/>
          <p:nvPr/>
        </p:nvSpPr>
        <p:spPr>
          <a:xfrm>
            <a:off x="616680" y="3809880"/>
            <a:ext cx="3004200" cy="70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t">
            <a:sp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GB" sz="1500" b="1" strike="noStrike" spc="-1">
                <a:solidFill>
                  <a:srgbClr val="000000"/>
                </a:solidFill>
                <a:latin typeface="Commissioner"/>
                <a:ea typeface="Commissioner"/>
              </a:rPr>
              <a:t>Team’s Name</a:t>
            </a:r>
            <a:r>
              <a:rPr lang="en-GB" sz="1500" b="0" strike="noStrike" spc="-1">
                <a:solidFill>
                  <a:srgbClr val="000000"/>
                </a:solidFill>
                <a:latin typeface="Commissioner"/>
                <a:ea typeface="Commissioner"/>
              </a:rPr>
              <a:t> | </a:t>
            </a:r>
            <a:r>
              <a:rPr lang="en-GB" sz="1300" b="0" strike="noStrike" spc="-1">
                <a:solidFill>
                  <a:srgbClr val="000000"/>
                </a:solidFill>
                <a:latin typeface="Commissioner"/>
                <a:ea typeface="Commissioner"/>
              </a:rPr>
              <a:t>Team Member A, </a:t>
            </a:r>
            <a:r>
              <a:rPr lang="en-GB" sz="1300" b="0" strike="noStrike" spc="-1">
                <a:solidFill>
                  <a:schemeClr val="dk1"/>
                </a:solidFill>
                <a:latin typeface="Commissioner"/>
                <a:ea typeface="Commissioner"/>
              </a:rPr>
              <a:t>Team Member B, Team Member C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Google Shape;70;p26"/>
          <p:cNvSpPr/>
          <p:nvPr/>
        </p:nvSpPr>
        <p:spPr>
          <a:xfrm>
            <a:off x="616680" y="602280"/>
            <a:ext cx="1344240" cy="823320"/>
          </a:xfrm>
          <a:custGeom>
            <a:avLst/>
            <a:gdLst>
              <a:gd name="textAreaLeft" fmla="*/ 0 w 1344240"/>
              <a:gd name="textAreaRight" fmla="*/ 1344600 w 1344240"/>
              <a:gd name="textAreaTop" fmla="*/ 0 h 823320"/>
              <a:gd name="textAreaBottom" fmla="*/ 823680 h 823320"/>
            </a:gdLst>
            <a:ahLst/>
            <a:cxnLst/>
            <a:rect l="textAreaLeft" t="textAreaTop" r="textAreaRight" b="textAreaBottom"/>
            <a:pathLst>
              <a:path w="1393361" h="853549">
                <a:moveTo>
                  <a:pt x="142261" y="0"/>
                </a:moveTo>
                <a:lnTo>
                  <a:pt x="1251100" y="0"/>
                </a:lnTo>
                <a:cubicBezTo>
                  <a:pt x="1329669" y="0"/>
                  <a:pt x="1393361" y="63692"/>
                  <a:pt x="1393361" y="142261"/>
                </a:cubicBezTo>
                <a:lnTo>
                  <a:pt x="1393361" y="711288"/>
                </a:lnTo>
                <a:cubicBezTo>
                  <a:pt x="1393361" y="789857"/>
                  <a:pt x="1329669" y="853549"/>
                  <a:pt x="1251100" y="853549"/>
                </a:cubicBezTo>
                <a:lnTo>
                  <a:pt x="142261" y="853549"/>
                </a:lnTo>
                <a:cubicBezTo>
                  <a:pt x="63692" y="853549"/>
                  <a:pt x="0" y="789857"/>
                  <a:pt x="0" y="711288"/>
                </a:cubicBezTo>
                <a:lnTo>
                  <a:pt x="0" y="142261"/>
                </a:lnTo>
                <a:cubicBezTo>
                  <a:pt x="0" y="63692"/>
                  <a:pt x="63692" y="0"/>
                  <a:pt x="142261" y="0"/>
                </a:cubicBez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Google Shape;71;p26"/>
          <p:cNvSpPr/>
          <p:nvPr/>
        </p:nvSpPr>
        <p:spPr>
          <a:xfrm>
            <a:off x="5183280" y="1585080"/>
            <a:ext cx="4140360" cy="3043440"/>
          </a:xfrm>
          <a:custGeom>
            <a:avLst/>
            <a:gdLst>
              <a:gd name="textAreaLeft" fmla="*/ 0 w 4140360"/>
              <a:gd name="textAreaRight" fmla="*/ 4140720 w 4140360"/>
              <a:gd name="textAreaTop" fmla="*/ 0 h 3043440"/>
              <a:gd name="textAreaBottom" fmla="*/ 3043800 h 3043440"/>
            </a:gdLst>
            <a:ahLst/>
            <a:cxnLst/>
            <a:rect l="textAreaLeft" t="textAreaTop" r="textAreaRight" b="textAreaBottom"/>
            <a:pathLst>
              <a:path w="5520776" h="4379495">
                <a:moveTo>
                  <a:pt x="729930" y="0"/>
                </a:moveTo>
                <a:lnTo>
                  <a:pt x="5520776" y="0"/>
                </a:lnTo>
                <a:lnTo>
                  <a:pt x="5520776" y="4379495"/>
                </a:lnTo>
                <a:lnTo>
                  <a:pt x="729930" y="4379495"/>
                </a:lnTo>
                <a:cubicBezTo>
                  <a:pt x="326801" y="4379495"/>
                  <a:pt x="0" y="4052694"/>
                  <a:pt x="0" y="3649565"/>
                </a:cubicBezTo>
                <a:lnTo>
                  <a:pt x="0" y="729930"/>
                </a:lnTo>
                <a:cubicBezTo>
                  <a:pt x="0" y="326801"/>
                  <a:pt x="326801" y="0"/>
                  <a:pt x="729930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strike="noStrike" spc="-1">
              <a:solidFill>
                <a:schemeClr val="lt1"/>
              </a:solidFill>
              <a:latin typeface="Open Sans"/>
              <a:ea typeface="Open Sans"/>
            </a:endParaRPr>
          </a:p>
        </p:txBody>
      </p:sp>
      <p:sp>
        <p:nvSpPr>
          <p:cNvPr id="50" name="Google Shape;72;p26"/>
          <p:cNvSpPr/>
          <p:nvPr/>
        </p:nvSpPr>
        <p:spPr>
          <a:xfrm>
            <a:off x="5052600" y="1470240"/>
            <a:ext cx="4270680" cy="3043440"/>
          </a:xfrm>
          <a:custGeom>
            <a:avLst/>
            <a:gdLst>
              <a:gd name="textAreaLeft" fmla="*/ 0 w 4270680"/>
              <a:gd name="textAreaRight" fmla="*/ 4271040 w 4270680"/>
              <a:gd name="textAreaTop" fmla="*/ 0 h 3043440"/>
              <a:gd name="textAreaBottom" fmla="*/ 3043800 h 3043440"/>
            </a:gdLst>
            <a:ahLst/>
            <a:cxnLst/>
            <a:rect l="textAreaLeft" t="textAreaTop" r="textAreaRight" b="textAreaBottom"/>
            <a:pathLst>
              <a:path w="5694947" h="4379495">
                <a:moveTo>
                  <a:pt x="729930" y="0"/>
                </a:moveTo>
                <a:lnTo>
                  <a:pt x="5694947" y="0"/>
                </a:lnTo>
                <a:lnTo>
                  <a:pt x="5694947" y="4379495"/>
                </a:lnTo>
                <a:lnTo>
                  <a:pt x="729930" y="4379495"/>
                </a:lnTo>
                <a:cubicBezTo>
                  <a:pt x="326801" y="4379495"/>
                  <a:pt x="0" y="4052694"/>
                  <a:pt x="0" y="3649565"/>
                </a:cubicBezTo>
                <a:lnTo>
                  <a:pt x="0" y="729930"/>
                </a:lnTo>
                <a:cubicBezTo>
                  <a:pt x="0" y="326801"/>
                  <a:pt x="326801" y="0"/>
                  <a:pt x="729930" y="0"/>
                </a:cubicBezTo>
                <a:close/>
              </a:path>
            </a:pathLst>
          </a:custGeom>
          <a:solidFill>
            <a:schemeClr val="lt1"/>
          </a:solidFill>
          <a:ln w="12700">
            <a:solidFill>
              <a:srgbClr val="6B5216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strike="noStrike" spc="-1">
              <a:solidFill>
                <a:schemeClr val="lt1"/>
              </a:solidFill>
              <a:latin typeface="Open Sans"/>
              <a:ea typeface="Open Sans"/>
            </a:endParaRPr>
          </a:p>
        </p:txBody>
      </p:sp>
      <p:sp>
        <p:nvSpPr>
          <p:cNvPr id="51" name="Google Shape;73;p26"/>
          <p:cNvSpPr/>
          <p:nvPr/>
        </p:nvSpPr>
        <p:spPr>
          <a:xfrm>
            <a:off x="5052960" y="1470240"/>
            <a:ext cx="4270680" cy="574200"/>
          </a:xfrm>
          <a:custGeom>
            <a:avLst/>
            <a:gdLst>
              <a:gd name="textAreaLeft" fmla="*/ 0 w 4270680"/>
              <a:gd name="textAreaRight" fmla="*/ 4271040 w 4270680"/>
              <a:gd name="textAreaTop" fmla="*/ 0 h 574200"/>
              <a:gd name="textAreaBottom" fmla="*/ 574560 h 574200"/>
            </a:gdLst>
            <a:ahLst/>
            <a:cxnLst/>
            <a:rect l="textAreaLeft" t="textAreaTop" r="textAreaRight" b="textAreaBottom"/>
            <a:pathLst>
              <a:path w="5694947" h="766010">
                <a:moveTo>
                  <a:pt x="729930" y="0"/>
                </a:moveTo>
                <a:lnTo>
                  <a:pt x="5694947" y="0"/>
                </a:lnTo>
                <a:lnTo>
                  <a:pt x="5694947" y="766010"/>
                </a:lnTo>
                <a:lnTo>
                  <a:pt x="0" y="766010"/>
                </a:lnTo>
                <a:lnTo>
                  <a:pt x="0" y="729930"/>
                </a:lnTo>
                <a:cubicBezTo>
                  <a:pt x="0" y="326801"/>
                  <a:pt x="326801" y="0"/>
                  <a:pt x="729930" y="0"/>
                </a:cubicBezTo>
                <a:close/>
              </a:path>
            </a:pathLst>
          </a:custGeom>
          <a:solidFill>
            <a:srgbClr val="F2F2F2">
              <a:alpha val="29000"/>
            </a:srgbClr>
          </a:solidFill>
          <a:ln w="12700">
            <a:solidFill>
              <a:srgbClr val="6B5216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strike="noStrike" spc="-1">
              <a:solidFill>
                <a:schemeClr val="lt1"/>
              </a:solidFill>
              <a:latin typeface="Open Sans"/>
              <a:ea typeface="Open Sans"/>
            </a:endParaRPr>
          </a:p>
        </p:txBody>
      </p:sp>
      <p:sp>
        <p:nvSpPr>
          <p:cNvPr id="52" name="Google Shape;75;p26"/>
          <p:cNvSpPr/>
          <p:nvPr/>
        </p:nvSpPr>
        <p:spPr>
          <a:xfrm>
            <a:off x="5344560" y="2314080"/>
            <a:ext cx="3978720" cy="2023920"/>
          </a:xfrm>
          <a:custGeom>
            <a:avLst/>
            <a:gdLst>
              <a:gd name="textAreaLeft" fmla="*/ 0 w 3978720"/>
              <a:gd name="textAreaRight" fmla="*/ 3979080 w 3978720"/>
              <a:gd name="textAreaTop" fmla="*/ 0 h 2023920"/>
              <a:gd name="textAreaBottom" fmla="*/ 2024280 h 2023920"/>
            </a:gdLst>
            <a:ahLst/>
            <a:cxnLst/>
            <a:rect l="textAreaLeft" t="textAreaTop" r="textAreaRight" b="textAreaBottom"/>
            <a:pathLst>
              <a:path w="5305425" h="2912549">
                <a:moveTo>
                  <a:pt x="485435" y="0"/>
                </a:moveTo>
                <a:lnTo>
                  <a:pt x="5305425" y="0"/>
                </a:lnTo>
                <a:lnTo>
                  <a:pt x="5305425" y="2912549"/>
                </a:lnTo>
                <a:lnTo>
                  <a:pt x="485435" y="2912549"/>
                </a:lnTo>
                <a:cubicBezTo>
                  <a:pt x="217337" y="2912549"/>
                  <a:pt x="0" y="2695212"/>
                  <a:pt x="0" y="2427114"/>
                </a:cubicBezTo>
                <a:lnTo>
                  <a:pt x="0" y="485435"/>
                </a:lnTo>
                <a:cubicBezTo>
                  <a:pt x="0" y="217337"/>
                  <a:pt x="217337" y="0"/>
                  <a:pt x="485435" y="0"/>
                </a:cubicBez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Google Shape;77;p26"/>
          <p:cNvSpPr/>
          <p:nvPr/>
        </p:nvSpPr>
        <p:spPr>
          <a:xfrm>
            <a:off x="5047920" y="1654560"/>
            <a:ext cx="4165920" cy="2512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t">
            <a:spAutoFit/>
          </a:bodyPr>
          <a:lstStyle/>
          <a:p>
            <a:pPr algn="r">
              <a:lnSpc>
                <a:spcPct val="115000"/>
              </a:lnSpc>
              <a:tabLst>
                <a:tab pos="0" algn="l"/>
              </a:tabLst>
            </a:pPr>
            <a:r>
              <a:rPr lang="en-GB" sz="1100" b="0" strike="noStrike" spc="-1" dirty="0">
                <a:solidFill>
                  <a:srgbClr val="3FCBFB"/>
                </a:solidFill>
                <a:latin typeface="Commissioner"/>
                <a:ea typeface="Commissioner"/>
              </a:rPr>
              <a:t>Open Hackathon 2026 </a:t>
            </a:r>
            <a:r>
              <a:rPr lang="en-GB" sz="1100" b="0" strike="noStrike" spc="-1" dirty="0">
                <a:solidFill>
                  <a:srgbClr val="000000"/>
                </a:solidFill>
                <a:latin typeface="Commissioner"/>
                <a:ea typeface="Commissioner"/>
              </a:rPr>
              <a:t>| 25-26-27 Sept</a:t>
            </a:r>
            <a:r>
              <a:rPr lang="en-GB" sz="1100" spc="-1" dirty="0">
                <a:solidFill>
                  <a:srgbClr val="000000"/>
                </a:solidFill>
                <a:latin typeface="Commissioner"/>
                <a:ea typeface="Commissioner"/>
              </a:rPr>
              <a:t>.</a:t>
            </a:r>
            <a:r>
              <a:rPr lang="en-GB" sz="1100" b="0" strike="noStrike" spc="-1" dirty="0">
                <a:solidFill>
                  <a:srgbClr val="000000"/>
                </a:solidFill>
                <a:latin typeface="Commissioner"/>
                <a:ea typeface="Commissioner"/>
              </a:rPr>
              <a:t> 2026| Zone01 Athens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4" name="Picture 2" descr="A blue circle with white text and colorful circles with text&#10;&#10;AI-generated content may be incorrect."/>
          <p:cNvPicPr/>
          <p:nvPr/>
        </p:nvPicPr>
        <p:blipFill>
          <a:blip r:embed="rId4"/>
          <a:stretch/>
        </p:blipFill>
        <p:spPr>
          <a:xfrm>
            <a:off x="7426080" y="15480"/>
            <a:ext cx="1508400" cy="14490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83;p27"/>
          <p:cNvSpPr/>
          <p:nvPr/>
        </p:nvSpPr>
        <p:spPr>
          <a:xfrm>
            <a:off x="1374840" y="1070640"/>
            <a:ext cx="6352560" cy="52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3000" b="0" strike="noStrike" spc="-1">
                <a:solidFill>
                  <a:schemeClr val="dk1"/>
                </a:solidFill>
                <a:latin typeface="Commissioner SemiBold"/>
                <a:ea typeface="Commissioner SemiBold"/>
              </a:rPr>
              <a:t>Our </a:t>
            </a:r>
            <a:r>
              <a:rPr lang="en-GB" sz="3000" b="0" strike="noStrike" spc="-1">
                <a:solidFill>
                  <a:srgbClr val="3FCBFB"/>
                </a:solidFill>
                <a:latin typeface="Commissioner SemiBold"/>
                <a:ea typeface="Commissioner SemiBold"/>
              </a:rPr>
              <a:t>Team</a:t>
            </a:r>
            <a:r>
              <a:rPr lang="en-GB" sz="3000" b="0" strike="noStrike" spc="-1">
                <a:solidFill>
                  <a:schemeClr val="dk1"/>
                </a:solidFill>
                <a:latin typeface="Commissioner SemiBold"/>
                <a:ea typeface="Commissioner SemiBold"/>
              </a:rPr>
              <a:t> Here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6" name="Google Shape;84;p27"/>
          <p:cNvGrpSpPr/>
          <p:nvPr/>
        </p:nvGrpSpPr>
        <p:grpSpPr>
          <a:xfrm>
            <a:off x="587160" y="2019960"/>
            <a:ext cx="1398600" cy="1392120"/>
            <a:chOff x="587160" y="2019960"/>
            <a:chExt cx="1398600" cy="1392120"/>
          </a:xfrm>
        </p:grpSpPr>
        <p:sp>
          <p:nvSpPr>
            <p:cNvPr id="57" name="Google Shape;85;p27"/>
            <p:cNvSpPr/>
            <p:nvPr/>
          </p:nvSpPr>
          <p:spPr>
            <a:xfrm>
              <a:off x="628920" y="2055240"/>
              <a:ext cx="1356840" cy="1356840"/>
            </a:xfrm>
            <a:prstGeom prst="roundRect">
              <a:avLst>
                <a:gd name="adj" fmla="val 16667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endParaRPr lang="en-US" sz="1400" b="0" strike="noStrike" spc="-1">
                <a:solidFill>
                  <a:schemeClr val="lt1"/>
                </a:solidFill>
                <a:latin typeface="Open Sans"/>
                <a:ea typeface="Open Sans"/>
              </a:endParaRPr>
            </a:p>
          </p:txBody>
        </p:sp>
        <p:sp>
          <p:nvSpPr>
            <p:cNvPr id="58" name="Google Shape;86;p27"/>
            <p:cNvSpPr/>
            <p:nvPr/>
          </p:nvSpPr>
          <p:spPr>
            <a:xfrm>
              <a:off x="587160" y="2019960"/>
              <a:ext cx="1356840" cy="135684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2700">
              <a:solidFill>
                <a:srgbClr val="6B5216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endParaRPr lang="en-US" sz="1400" b="0" strike="noStrike" spc="-1">
                <a:solidFill>
                  <a:schemeClr val="lt1"/>
                </a:solidFill>
                <a:latin typeface="Open Sans"/>
                <a:ea typeface="Open Sans"/>
              </a:endParaRPr>
            </a:p>
          </p:txBody>
        </p:sp>
      </p:grpSp>
      <p:grpSp>
        <p:nvGrpSpPr>
          <p:cNvPr id="59" name="Google Shape;87;p27"/>
          <p:cNvGrpSpPr/>
          <p:nvPr/>
        </p:nvGrpSpPr>
        <p:grpSpPr>
          <a:xfrm>
            <a:off x="2699640" y="2019960"/>
            <a:ext cx="1398600" cy="1392120"/>
            <a:chOff x="2699640" y="2019960"/>
            <a:chExt cx="1398600" cy="1392120"/>
          </a:xfrm>
        </p:grpSpPr>
        <p:sp>
          <p:nvSpPr>
            <p:cNvPr id="60" name="Google Shape;88;p27"/>
            <p:cNvSpPr/>
            <p:nvPr/>
          </p:nvSpPr>
          <p:spPr>
            <a:xfrm>
              <a:off x="2741400" y="2055240"/>
              <a:ext cx="1356840" cy="1356840"/>
            </a:xfrm>
            <a:prstGeom prst="roundRect">
              <a:avLst>
                <a:gd name="adj" fmla="val 16667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endParaRPr lang="en-US" sz="1400" b="0" strike="noStrike" spc="-1">
                <a:solidFill>
                  <a:schemeClr val="lt1"/>
                </a:solidFill>
                <a:latin typeface="Open Sans"/>
                <a:ea typeface="Open Sans"/>
              </a:endParaRPr>
            </a:p>
          </p:txBody>
        </p:sp>
        <p:sp>
          <p:nvSpPr>
            <p:cNvPr id="61" name="Google Shape;89;p27"/>
            <p:cNvSpPr/>
            <p:nvPr/>
          </p:nvSpPr>
          <p:spPr>
            <a:xfrm>
              <a:off x="2699640" y="2019960"/>
              <a:ext cx="1356840" cy="135684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2700">
              <a:solidFill>
                <a:srgbClr val="6B5216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endParaRPr lang="en-US" sz="1400" b="0" strike="noStrike" spc="-1">
                <a:solidFill>
                  <a:schemeClr val="lt1"/>
                </a:solidFill>
                <a:latin typeface="Open Sans"/>
                <a:ea typeface="Open Sans"/>
              </a:endParaRPr>
            </a:p>
          </p:txBody>
        </p:sp>
      </p:grpSp>
      <p:grpSp>
        <p:nvGrpSpPr>
          <p:cNvPr id="62" name="Google Shape;90;p27"/>
          <p:cNvGrpSpPr/>
          <p:nvPr/>
        </p:nvGrpSpPr>
        <p:grpSpPr>
          <a:xfrm>
            <a:off x="4949280" y="2019960"/>
            <a:ext cx="1398600" cy="1392120"/>
            <a:chOff x="4949280" y="2019960"/>
            <a:chExt cx="1398600" cy="1392120"/>
          </a:xfrm>
        </p:grpSpPr>
        <p:sp>
          <p:nvSpPr>
            <p:cNvPr id="63" name="Google Shape;91;p27"/>
            <p:cNvSpPr/>
            <p:nvPr/>
          </p:nvSpPr>
          <p:spPr>
            <a:xfrm>
              <a:off x="4991040" y="2055240"/>
              <a:ext cx="1356840" cy="1356840"/>
            </a:xfrm>
            <a:prstGeom prst="roundRect">
              <a:avLst>
                <a:gd name="adj" fmla="val 16667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endParaRPr lang="en-US" sz="1400" b="0" strike="noStrike" spc="-1">
                <a:solidFill>
                  <a:schemeClr val="lt1"/>
                </a:solidFill>
                <a:latin typeface="Open Sans"/>
                <a:ea typeface="Open Sans"/>
              </a:endParaRPr>
            </a:p>
          </p:txBody>
        </p:sp>
        <p:sp>
          <p:nvSpPr>
            <p:cNvPr id="64" name="Google Shape;92;p27"/>
            <p:cNvSpPr/>
            <p:nvPr/>
          </p:nvSpPr>
          <p:spPr>
            <a:xfrm>
              <a:off x="4949280" y="2019960"/>
              <a:ext cx="1356840" cy="135684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2700">
              <a:solidFill>
                <a:srgbClr val="6B5216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endParaRPr lang="en-US" sz="1400" b="0" strike="noStrike" spc="-1">
                <a:solidFill>
                  <a:schemeClr val="lt1"/>
                </a:solidFill>
                <a:latin typeface="Open Sans"/>
                <a:ea typeface="Open Sans"/>
              </a:endParaRPr>
            </a:p>
          </p:txBody>
        </p:sp>
      </p:grpSp>
      <p:sp>
        <p:nvSpPr>
          <p:cNvPr id="65" name="Google Shape;93;p27"/>
          <p:cNvSpPr/>
          <p:nvPr/>
        </p:nvSpPr>
        <p:spPr>
          <a:xfrm>
            <a:off x="408600" y="4008960"/>
            <a:ext cx="1714320" cy="41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t">
            <a:spAutoFit/>
          </a:bodyPr>
          <a:lstStyle/>
          <a:p>
            <a:pPr algn="ctr">
              <a:lnSpc>
                <a:spcPct val="115000"/>
              </a:lnSpc>
              <a:tabLst>
                <a:tab pos="0" algn="l"/>
              </a:tabLst>
            </a:pPr>
            <a:r>
              <a:rPr lang="en-GB" sz="1000" b="0" strike="noStrike" spc="-1">
                <a:solidFill>
                  <a:srgbClr val="595959"/>
                </a:solidFill>
                <a:latin typeface="Commissioner"/>
                <a:ea typeface="Commissioner"/>
              </a:rPr>
              <a:t>Team Role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15000"/>
              </a:lnSpc>
              <a:tabLst>
                <a:tab pos="0" algn="l"/>
              </a:tabLst>
            </a:pPr>
            <a:r>
              <a:rPr lang="en-GB" sz="1000" b="0" strike="noStrike" spc="-1">
                <a:solidFill>
                  <a:srgbClr val="595959"/>
                </a:solidFill>
                <a:latin typeface="Commissioner"/>
                <a:ea typeface="Commissioner"/>
              </a:rPr>
              <a:t>Title / Organization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Google Shape;94;p27"/>
          <p:cNvSpPr/>
          <p:nvPr/>
        </p:nvSpPr>
        <p:spPr>
          <a:xfrm>
            <a:off x="408600" y="3674880"/>
            <a:ext cx="1714320" cy="28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b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400" b="1" strike="noStrike" spc="-1">
                <a:solidFill>
                  <a:srgbClr val="262626"/>
                </a:solidFill>
                <a:latin typeface="Commissioner"/>
                <a:ea typeface="Commissioner"/>
              </a:rPr>
              <a:t>Name Surname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Google Shape;95;p27"/>
          <p:cNvSpPr/>
          <p:nvPr/>
        </p:nvSpPr>
        <p:spPr>
          <a:xfrm>
            <a:off x="2541960" y="4008960"/>
            <a:ext cx="1714320" cy="64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t">
            <a:spAutoFit/>
          </a:bodyPr>
          <a:lstStyle/>
          <a:p>
            <a:pPr algn="ctr">
              <a:lnSpc>
                <a:spcPct val="115000"/>
              </a:lnSpc>
              <a:tabLst>
                <a:tab pos="0" algn="l"/>
              </a:tabLst>
            </a:pPr>
            <a:r>
              <a:rPr lang="en-GB" sz="1000" b="0" strike="noStrike" spc="-1">
                <a:solidFill>
                  <a:srgbClr val="595959"/>
                </a:solidFill>
                <a:latin typeface="Commissioner"/>
                <a:ea typeface="Commissioner"/>
              </a:rPr>
              <a:t>Team Role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15000"/>
              </a:lnSpc>
              <a:tabLst>
                <a:tab pos="0" algn="l"/>
              </a:tabLst>
            </a:pPr>
            <a:r>
              <a:rPr lang="en-GB" sz="1000" b="0" strike="noStrike" spc="-1">
                <a:solidFill>
                  <a:srgbClr val="595959"/>
                </a:solidFill>
                <a:latin typeface="Commissioner"/>
                <a:ea typeface="Commissioner"/>
              </a:rPr>
              <a:t>Title / Organization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Google Shape;96;p27"/>
          <p:cNvSpPr/>
          <p:nvPr/>
        </p:nvSpPr>
        <p:spPr>
          <a:xfrm>
            <a:off x="2541960" y="3674880"/>
            <a:ext cx="1714320" cy="28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b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400" b="1" strike="noStrike" spc="-1">
                <a:solidFill>
                  <a:srgbClr val="262626"/>
                </a:solidFill>
                <a:latin typeface="Commissioner"/>
                <a:ea typeface="Commissioner"/>
              </a:rPr>
              <a:t>Name Surname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Google Shape;97;p27"/>
          <p:cNvSpPr/>
          <p:nvPr/>
        </p:nvSpPr>
        <p:spPr>
          <a:xfrm>
            <a:off x="4770720" y="4008960"/>
            <a:ext cx="1714320" cy="41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t">
            <a:spAutoFit/>
          </a:bodyPr>
          <a:lstStyle/>
          <a:p>
            <a:pPr algn="ctr">
              <a:lnSpc>
                <a:spcPct val="115000"/>
              </a:lnSpc>
              <a:tabLst>
                <a:tab pos="0" algn="l"/>
              </a:tabLst>
            </a:pPr>
            <a:r>
              <a:rPr lang="en-GB" sz="1000" b="0" strike="noStrike" spc="-1">
                <a:solidFill>
                  <a:srgbClr val="595959"/>
                </a:solidFill>
                <a:latin typeface="Commissioner"/>
                <a:ea typeface="Commissioner"/>
              </a:rPr>
              <a:t>Team Role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15000"/>
              </a:lnSpc>
              <a:tabLst>
                <a:tab pos="0" algn="l"/>
              </a:tabLst>
            </a:pPr>
            <a:r>
              <a:rPr lang="en-GB" sz="1000" b="0" strike="noStrike" spc="-1">
                <a:solidFill>
                  <a:srgbClr val="595959"/>
                </a:solidFill>
                <a:latin typeface="Commissioner"/>
                <a:ea typeface="Commissioner"/>
              </a:rPr>
              <a:t>Title / Organization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Google Shape;98;p27"/>
          <p:cNvSpPr/>
          <p:nvPr/>
        </p:nvSpPr>
        <p:spPr>
          <a:xfrm>
            <a:off x="4770720" y="3674880"/>
            <a:ext cx="1714320" cy="28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b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400" b="1" strike="noStrike" spc="-1">
                <a:solidFill>
                  <a:srgbClr val="262626"/>
                </a:solidFill>
                <a:latin typeface="Commissioner"/>
                <a:ea typeface="Commissioner"/>
              </a:rPr>
              <a:t>Name Surname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Google Shape;99;p27"/>
          <p:cNvSpPr/>
          <p:nvPr/>
        </p:nvSpPr>
        <p:spPr>
          <a:xfrm>
            <a:off x="5050440" y="2124720"/>
            <a:ext cx="1154880" cy="1154880"/>
          </a:xfrm>
          <a:custGeom>
            <a:avLst/>
            <a:gdLst>
              <a:gd name="textAreaLeft" fmla="*/ 0 w 1154880"/>
              <a:gd name="textAreaRight" fmla="*/ 1155240 w 1154880"/>
              <a:gd name="textAreaTop" fmla="*/ 0 h 1154880"/>
              <a:gd name="textAreaBottom" fmla="*/ 1155240 h 1154880"/>
            </a:gdLst>
            <a:ahLst/>
            <a:cxnLst/>
            <a:rect l="textAreaLeft" t="textAreaTop" r="textAreaRight" b="textAreaBottom"/>
            <a:pathLst>
              <a:path w="1540103" h="1540103">
                <a:moveTo>
                  <a:pt x="256689" y="0"/>
                </a:moveTo>
                <a:lnTo>
                  <a:pt x="1283414" y="0"/>
                </a:lnTo>
                <a:cubicBezTo>
                  <a:pt x="1425179" y="0"/>
                  <a:pt x="1540103" y="114924"/>
                  <a:pt x="1540103" y="256689"/>
                </a:cubicBezTo>
                <a:lnTo>
                  <a:pt x="1540103" y="1283414"/>
                </a:lnTo>
                <a:cubicBezTo>
                  <a:pt x="1540103" y="1425179"/>
                  <a:pt x="1425179" y="1540103"/>
                  <a:pt x="1283414" y="1540103"/>
                </a:cubicBezTo>
                <a:lnTo>
                  <a:pt x="256689" y="1540103"/>
                </a:lnTo>
                <a:cubicBezTo>
                  <a:pt x="114924" y="1540103"/>
                  <a:pt x="0" y="1425179"/>
                  <a:pt x="0" y="1283414"/>
                </a:cubicBezTo>
                <a:lnTo>
                  <a:pt x="0" y="256689"/>
                </a:lnTo>
                <a:cubicBezTo>
                  <a:pt x="0" y="114924"/>
                  <a:pt x="114924" y="0"/>
                  <a:pt x="256689" y="0"/>
                </a:cubicBez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Google Shape;100;p27"/>
          <p:cNvSpPr/>
          <p:nvPr/>
        </p:nvSpPr>
        <p:spPr>
          <a:xfrm>
            <a:off x="2800800" y="2124720"/>
            <a:ext cx="1154880" cy="1154880"/>
          </a:xfrm>
          <a:custGeom>
            <a:avLst/>
            <a:gdLst>
              <a:gd name="textAreaLeft" fmla="*/ 0 w 1154880"/>
              <a:gd name="textAreaRight" fmla="*/ 1155240 w 1154880"/>
              <a:gd name="textAreaTop" fmla="*/ 0 h 1154880"/>
              <a:gd name="textAreaBottom" fmla="*/ 1155240 h 1154880"/>
            </a:gdLst>
            <a:ahLst/>
            <a:cxnLst/>
            <a:rect l="textAreaLeft" t="textAreaTop" r="textAreaRight" b="textAreaBottom"/>
            <a:pathLst>
              <a:path w="1540103" h="1540103">
                <a:moveTo>
                  <a:pt x="256689" y="0"/>
                </a:moveTo>
                <a:lnTo>
                  <a:pt x="1283414" y="0"/>
                </a:lnTo>
                <a:cubicBezTo>
                  <a:pt x="1425179" y="0"/>
                  <a:pt x="1540103" y="114924"/>
                  <a:pt x="1540103" y="256689"/>
                </a:cubicBezTo>
                <a:lnTo>
                  <a:pt x="1540103" y="1283414"/>
                </a:lnTo>
                <a:cubicBezTo>
                  <a:pt x="1540103" y="1425179"/>
                  <a:pt x="1425179" y="1540103"/>
                  <a:pt x="1283414" y="1540103"/>
                </a:cubicBezTo>
                <a:lnTo>
                  <a:pt x="256689" y="1540103"/>
                </a:lnTo>
                <a:cubicBezTo>
                  <a:pt x="114924" y="1540103"/>
                  <a:pt x="0" y="1425179"/>
                  <a:pt x="0" y="1283414"/>
                </a:cubicBezTo>
                <a:lnTo>
                  <a:pt x="0" y="256689"/>
                </a:lnTo>
                <a:cubicBezTo>
                  <a:pt x="0" y="114924"/>
                  <a:pt x="114924" y="0"/>
                  <a:pt x="256689" y="0"/>
                </a:cubicBez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Google Shape;101;p27"/>
          <p:cNvSpPr/>
          <p:nvPr/>
        </p:nvSpPr>
        <p:spPr>
          <a:xfrm>
            <a:off x="690120" y="2124720"/>
            <a:ext cx="1154880" cy="1154880"/>
          </a:xfrm>
          <a:custGeom>
            <a:avLst/>
            <a:gdLst>
              <a:gd name="textAreaLeft" fmla="*/ 0 w 1154880"/>
              <a:gd name="textAreaRight" fmla="*/ 1155240 w 1154880"/>
              <a:gd name="textAreaTop" fmla="*/ 0 h 1154880"/>
              <a:gd name="textAreaBottom" fmla="*/ 1155240 h 1154880"/>
            </a:gdLst>
            <a:ahLst/>
            <a:cxnLst/>
            <a:rect l="textAreaLeft" t="textAreaTop" r="textAreaRight" b="textAreaBottom"/>
            <a:pathLst>
              <a:path w="1540103" h="1540103">
                <a:moveTo>
                  <a:pt x="256689" y="0"/>
                </a:moveTo>
                <a:lnTo>
                  <a:pt x="1283414" y="0"/>
                </a:lnTo>
                <a:cubicBezTo>
                  <a:pt x="1425179" y="0"/>
                  <a:pt x="1540103" y="114924"/>
                  <a:pt x="1540103" y="256689"/>
                </a:cubicBezTo>
                <a:lnTo>
                  <a:pt x="1540103" y="1283414"/>
                </a:lnTo>
                <a:cubicBezTo>
                  <a:pt x="1540103" y="1425179"/>
                  <a:pt x="1425179" y="1540103"/>
                  <a:pt x="1283414" y="1540103"/>
                </a:cubicBezTo>
                <a:lnTo>
                  <a:pt x="256689" y="1540103"/>
                </a:lnTo>
                <a:cubicBezTo>
                  <a:pt x="114924" y="1540103"/>
                  <a:pt x="0" y="1425179"/>
                  <a:pt x="0" y="1283414"/>
                </a:cubicBezTo>
                <a:lnTo>
                  <a:pt x="0" y="256689"/>
                </a:lnTo>
                <a:cubicBezTo>
                  <a:pt x="0" y="114924"/>
                  <a:pt x="114924" y="0"/>
                  <a:pt x="256689" y="0"/>
                </a:cubicBez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4" name="Google Shape;102;p27"/>
          <p:cNvGrpSpPr/>
          <p:nvPr/>
        </p:nvGrpSpPr>
        <p:grpSpPr>
          <a:xfrm>
            <a:off x="7178040" y="2019960"/>
            <a:ext cx="1398600" cy="1392120"/>
            <a:chOff x="7178040" y="2019960"/>
            <a:chExt cx="1398600" cy="1392120"/>
          </a:xfrm>
        </p:grpSpPr>
        <p:sp>
          <p:nvSpPr>
            <p:cNvPr id="75" name="Google Shape;103;p27"/>
            <p:cNvSpPr/>
            <p:nvPr/>
          </p:nvSpPr>
          <p:spPr>
            <a:xfrm>
              <a:off x="7219800" y="2055240"/>
              <a:ext cx="1356840" cy="1356840"/>
            </a:xfrm>
            <a:prstGeom prst="roundRect">
              <a:avLst>
                <a:gd name="adj" fmla="val 16667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endParaRPr lang="en-US" sz="1400" b="0" strike="noStrike" spc="-1">
                <a:solidFill>
                  <a:schemeClr val="lt1"/>
                </a:solidFill>
                <a:latin typeface="Open Sans"/>
                <a:ea typeface="Open Sans"/>
              </a:endParaRPr>
            </a:p>
          </p:txBody>
        </p:sp>
        <p:sp>
          <p:nvSpPr>
            <p:cNvPr id="76" name="Google Shape;104;p27"/>
            <p:cNvSpPr/>
            <p:nvPr/>
          </p:nvSpPr>
          <p:spPr>
            <a:xfrm>
              <a:off x="7178040" y="2019960"/>
              <a:ext cx="1356840" cy="135684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2700">
              <a:solidFill>
                <a:srgbClr val="6B5216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endParaRPr lang="en-US" sz="1400" b="0" strike="noStrike" spc="-1">
                <a:solidFill>
                  <a:schemeClr val="lt1"/>
                </a:solidFill>
                <a:latin typeface="Open Sans"/>
                <a:ea typeface="Open Sans"/>
              </a:endParaRPr>
            </a:p>
          </p:txBody>
        </p:sp>
      </p:grpSp>
      <p:sp>
        <p:nvSpPr>
          <p:cNvPr id="77" name="Google Shape;105;p27"/>
          <p:cNvSpPr/>
          <p:nvPr/>
        </p:nvSpPr>
        <p:spPr>
          <a:xfrm>
            <a:off x="6999480" y="4008960"/>
            <a:ext cx="1714320" cy="41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t">
            <a:spAutoFit/>
          </a:bodyPr>
          <a:lstStyle/>
          <a:p>
            <a:pPr algn="ctr">
              <a:lnSpc>
                <a:spcPct val="115000"/>
              </a:lnSpc>
              <a:tabLst>
                <a:tab pos="0" algn="l"/>
              </a:tabLst>
            </a:pPr>
            <a:r>
              <a:rPr lang="en-GB" sz="1000" b="0" strike="noStrike" spc="-1">
                <a:solidFill>
                  <a:srgbClr val="595959"/>
                </a:solidFill>
                <a:latin typeface="Commissioner"/>
                <a:ea typeface="Commissioner"/>
              </a:rPr>
              <a:t>Team Role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15000"/>
              </a:lnSpc>
              <a:tabLst>
                <a:tab pos="0" algn="l"/>
              </a:tabLst>
            </a:pPr>
            <a:r>
              <a:rPr lang="en-GB" sz="1000" b="0" strike="noStrike" spc="-1">
                <a:solidFill>
                  <a:srgbClr val="595959"/>
                </a:solidFill>
                <a:latin typeface="Commissioner"/>
                <a:ea typeface="Commissioner"/>
              </a:rPr>
              <a:t>Title / Organization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Google Shape;106;p27"/>
          <p:cNvSpPr/>
          <p:nvPr/>
        </p:nvSpPr>
        <p:spPr>
          <a:xfrm>
            <a:off x="6999480" y="3674880"/>
            <a:ext cx="1714320" cy="28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b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400" b="1" strike="noStrike" spc="-1">
                <a:solidFill>
                  <a:srgbClr val="262626"/>
                </a:solidFill>
                <a:latin typeface="Commissioner"/>
                <a:ea typeface="Commissioner"/>
              </a:rPr>
              <a:t>Name Surname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Google Shape;107;p27"/>
          <p:cNvSpPr/>
          <p:nvPr/>
        </p:nvSpPr>
        <p:spPr>
          <a:xfrm>
            <a:off x="7279200" y="2124720"/>
            <a:ext cx="1154880" cy="1154880"/>
          </a:xfrm>
          <a:custGeom>
            <a:avLst/>
            <a:gdLst>
              <a:gd name="textAreaLeft" fmla="*/ 0 w 1154880"/>
              <a:gd name="textAreaRight" fmla="*/ 1155240 w 1154880"/>
              <a:gd name="textAreaTop" fmla="*/ 0 h 1154880"/>
              <a:gd name="textAreaBottom" fmla="*/ 1155240 h 1154880"/>
            </a:gdLst>
            <a:ahLst/>
            <a:cxnLst/>
            <a:rect l="textAreaLeft" t="textAreaTop" r="textAreaRight" b="textAreaBottom"/>
            <a:pathLst>
              <a:path w="1540103" h="1540103">
                <a:moveTo>
                  <a:pt x="256689" y="0"/>
                </a:moveTo>
                <a:lnTo>
                  <a:pt x="1283414" y="0"/>
                </a:lnTo>
                <a:cubicBezTo>
                  <a:pt x="1425179" y="0"/>
                  <a:pt x="1540103" y="114924"/>
                  <a:pt x="1540103" y="256689"/>
                </a:cubicBezTo>
                <a:lnTo>
                  <a:pt x="1540103" y="1283414"/>
                </a:lnTo>
                <a:cubicBezTo>
                  <a:pt x="1540103" y="1425179"/>
                  <a:pt x="1425179" y="1540103"/>
                  <a:pt x="1283414" y="1540103"/>
                </a:cubicBezTo>
                <a:lnTo>
                  <a:pt x="256689" y="1540103"/>
                </a:lnTo>
                <a:cubicBezTo>
                  <a:pt x="114924" y="1540103"/>
                  <a:pt x="0" y="1425179"/>
                  <a:pt x="0" y="1283414"/>
                </a:cubicBezTo>
                <a:lnTo>
                  <a:pt x="0" y="256689"/>
                </a:lnTo>
                <a:cubicBezTo>
                  <a:pt x="0" y="114924"/>
                  <a:pt x="114924" y="0"/>
                  <a:pt x="256689" y="0"/>
                </a:cubicBez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0" name="Google Shape;108;p27"/>
          <p:cNvCxnSpPr/>
          <p:nvPr/>
        </p:nvCxnSpPr>
        <p:spPr>
          <a:xfrm>
            <a:off x="-8640" y="771120"/>
            <a:ext cx="9163800" cy="360"/>
          </a:xfrm>
          <a:prstGeom prst="straightConnector1">
            <a:avLst/>
          </a:prstGeom>
          <a:ln w="9525">
            <a:solidFill>
              <a:srgbClr val="D9D9D9"/>
            </a:solidFill>
            <a:round/>
          </a:ln>
        </p:spPr>
      </p:cxnSp>
      <p:pic>
        <p:nvPicPr>
          <p:cNvPr id="81" name="Picture 2" descr="A blue circle with white text and colorful circles with text&#10;&#10;AI-generated content may be incorrect."/>
          <p:cNvPicPr/>
          <p:nvPr/>
        </p:nvPicPr>
        <p:blipFill>
          <a:blip r:embed="rId5"/>
          <a:stretch/>
        </p:blipFill>
        <p:spPr>
          <a:xfrm>
            <a:off x="8334000" y="-11160"/>
            <a:ext cx="759600" cy="7297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30;p29"/>
          <p:cNvGrpSpPr/>
          <p:nvPr/>
        </p:nvGrpSpPr>
        <p:grpSpPr>
          <a:xfrm>
            <a:off x="4572000" y="1254960"/>
            <a:ext cx="3950280" cy="3208680"/>
            <a:chOff x="4572000" y="1254960"/>
            <a:chExt cx="3950280" cy="3208680"/>
          </a:xfrm>
        </p:grpSpPr>
        <p:sp>
          <p:nvSpPr>
            <p:cNvPr id="110" name="Google Shape;131;p29"/>
            <p:cNvSpPr/>
            <p:nvPr/>
          </p:nvSpPr>
          <p:spPr>
            <a:xfrm>
              <a:off x="4690080" y="1335960"/>
              <a:ext cx="3832200" cy="3127680"/>
            </a:xfrm>
            <a:prstGeom prst="roundRect">
              <a:avLst>
                <a:gd name="adj" fmla="val 16667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endParaRPr lang="en-US" sz="1400" b="0" strike="noStrike" spc="-1">
                <a:solidFill>
                  <a:schemeClr val="lt1"/>
                </a:solidFill>
                <a:latin typeface="Open Sans"/>
                <a:ea typeface="Open Sans"/>
              </a:endParaRPr>
            </a:p>
          </p:txBody>
        </p:sp>
        <p:sp>
          <p:nvSpPr>
            <p:cNvPr id="111" name="Google Shape;132;p29"/>
            <p:cNvSpPr/>
            <p:nvPr/>
          </p:nvSpPr>
          <p:spPr>
            <a:xfrm>
              <a:off x="4572000" y="1254960"/>
              <a:ext cx="3832200" cy="312768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2700">
              <a:solidFill>
                <a:srgbClr val="6B5216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endParaRPr lang="en-US" sz="1400" b="0" strike="noStrike" spc="-1">
                <a:solidFill>
                  <a:schemeClr val="lt1"/>
                </a:solidFill>
                <a:latin typeface="Open Sans"/>
                <a:ea typeface="Open Sans"/>
              </a:endParaRPr>
            </a:p>
          </p:txBody>
        </p:sp>
      </p:grpSp>
      <p:sp>
        <p:nvSpPr>
          <p:cNvPr id="112" name="Google Shape;133;p29"/>
          <p:cNvSpPr/>
          <p:nvPr/>
        </p:nvSpPr>
        <p:spPr>
          <a:xfrm>
            <a:off x="4754160" y="2876760"/>
            <a:ext cx="3475080" cy="1351080"/>
          </a:xfrm>
          <a:custGeom>
            <a:avLst/>
            <a:gdLst>
              <a:gd name="textAreaLeft" fmla="*/ 0 w 3475080"/>
              <a:gd name="textAreaRight" fmla="*/ 3475440 w 3475080"/>
              <a:gd name="textAreaTop" fmla="*/ 0 h 1351080"/>
              <a:gd name="textAreaBottom" fmla="*/ 1351440 h 1351080"/>
            </a:gdLst>
            <a:ahLst/>
            <a:cxnLst/>
            <a:rect l="textAreaLeft" t="textAreaTop" r="textAreaRight" b="textAreaBottom"/>
            <a:pathLst>
              <a:path w="4633682" h="1801694">
                <a:moveTo>
                  <a:pt x="0" y="0"/>
                </a:moveTo>
                <a:lnTo>
                  <a:pt x="4633682" y="0"/>
                </a:lnTo>
                <a:lnTo>
                  <a:pt x="4633682" y="1202108"/>
                </a:lnTo>
                <a:cubicBezTo>
                  <a:pt x="4633682" y="1533250"/>
                  <a:pt x="4360096" y="1801694"/>
                  <a:pt x="4022612" y="1801694"/>
                </a:cubicBezTo>
                <a:lnTo>
                  <a:pt x="611070" y="1801694"/>
                </a:lnTo>
                <a:cubicBezTo>
                  <a:pt x="273585" y="1801694"/>
                  <a:pt x="0" y="1533250"/>
                  <a:pt x="0" y="1202108"/>
                </a:cubicBez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Google Shape;134;p29"/>
          <p:cNvSpPr/>
          <p:nvPr/>
        </p:nvSpPr>
        <p:spPr>
          <a:xfrm>
            <a:off x="4754160" y="1432080"/>
            <a:ext cx="3475080" cy="1351080"/>
          </a:xfrm>
          <a:custGeom>
            <a:avLst/>
            <a:gdLst>
              <a:gd name="textAreaLeft" fmla="*/ 0 w 3475080"/>
              <a:gd name="textAreaRight" fmla="*/ 3475440 w 3475080"/>
              <a:gd name="textAreaTop" fmla="*/ 0 h 1351080"/>
              <a:gd name="textAreaBottom" fmla="*/ 1351440 h 1351080"/>
            </a:gdLst>
            <a:ahLst/>
            <a:cxnLst/>
            <a:rect l="textAreaLeft" t="textAreaTop" r="textAreaRight" b="textAreaBottom"/>
            <a:pathLst>
              <a:path w="4633682" h="1801694">
                <a:moveTo>
                  <a:pt x="611070" y="0"/>
                </a:moveTo>
                <a:lnTo>
                  <a:pt x="4022612" y="0"/>
                </a:lnTo>
                <a:cubicBezTo>
                  <a:pt x="4360096" y="0"/>
                  <a:pt x="4633682" y="268444"/>
                  <a:pt x="4633682" y="599587"/>
                </a:cubicBezTo>
                <a:lnTo>
                  <a:pt x="4633682" y="1801694"/>
                </a:lnTo>
                <a:lnTo>
                  <a:pt x="0" y="1801694"/>
                </a:lnTo>
                <a:lnTo>
                  <a:pt x="0" y="599587"/>
                </a:lnTo>
                <a:cubicBezTo>
                  <a:pt x="0" y="268444"/>
                  <a:pt x="273585" y="0"/>
                  <a:pt x="611070" y="0"/>
                </a:cubicBez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Google Shape;135;p29"/>
          <p:cNvSpPr/>
          <p:nvPr/>
        </p:nvSpPr>
        <p:spPr>
          <a:xfrm>
            <a:off x="631440" y="1633680"/>
            <a:ext cx="3846960" cy="982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3000" b="1" strike="noStrike" spc="-1">
                <a:solidFill>
                  <a:srgbClr val="3FCBFB"/>
                </a:solidFill>
                <a:latin typeface="Commissioner"/>
                <a:ea typeface="Commissioner"/>
              </a:rPr>
              <a:t>Problem/Challenge</a:t>
            </a:r>
            <a:r>
              <a:rPr lang="en-GB" sz="3000" b="1" strike="noStrike" spc="-1">
                <a:solidFill>
                  <a:schemeClr val="dk1"/>
                </a:solidFill>
                <a:latin typeface="Commissioner"/>
                <a:ea typeface="Commissioner"/>
              </a:rPr>
              <a:t> to solve 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Google Shape;136;p29"/>
          <p:cNvSpPr/>
          <p:nvPr/>
        </p:nvSpPr>
        <p:spPr>
          <a:xfrm>
            <a:off x="631440" y="2697480"/>
            <a:ext cx="3312720" cy="2149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t">
            <a:sp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GB" sz="1300" b="0" strike="noStrike" spc="-1">
                <a:solidFill>
                  <a:srgbClr val="2F2F2F"/>
                </a:solidFill>
                <a:latin typeface="Commissioner"/>
                <a:ea typeface="Commissioner"/>
              </a:rPr>
              <a:t>Open Theme: Identify the problem or need in the market the business intends to solve.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GB" sz="1300" b="0" strike="noStrike" spc="-1">
                <a:solidFill>
                  <a:srgbClr val="2F2F2F"/>
                </a:solidFill>
                <a:latin typeface="Commissioner"/>
                <a:ea typeface="Commissioner"/>
              </a:rPr>
              <a:t>Challenge pick: Share the selected challenge you picked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16" name="Google Shape;108;p27"/>
          <p:cNvCxnSpPr/>
          <p:nvPr/>
        </p:nvCxnSpPr>
        <p:spPr>
          <a:xfrm>
            <a:off x="-8640" y="771120"/>
            <a:ext cx="9163800" cy="360"/>
          </a:xfrm>
          <a:prstGeom prst="straightConnector1">
            <a:avLst/>
          </a:prstGeom>
          <a:ln w="9525">
            <a:solidFill>
              <a:srgbClr val="D9D9D9"/>
            </a:solidFill>
            <a:round/>
          </a:ln>
        </p:spPr>
      </p:cxnSp>
      <p:pic>
        <p:nvPicPr>
          <p:cNvPr id="117" name="Picture 2" descr="A blue circle with white text and colorful circles with text&#10;&#10;AI-generated content may be incorrect."/>
          <p:cNvPicPr/>
          <p:nvPr/>
        </p:nvPicPr>
        <p:blipFill>
          <a:blip r:embed="rId4"/>
          <a:stretch/>
        </p:blipFill>
        <p:spPr>
          <a:xfrm>
            <a:off x="8334000" y="-11160"/>
            <a:ext cx="759600" cy="7297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44;p30"/>
          <p:cNvSpPr/>
          <p:nvPr/>
        </p:nvSpPr>
        <p:spPr>
          <a:xfrm>
            <a:off x="631440" y="1334520"/>
            <a:ext cx="3846960" cy="53073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t">
            <a:spAutoFit/>
          </a:bodyPr>
          <a:lstStyle/>
          <a:p>
            <a:pPr>
              <a:tabLst>
                <a:tab pos="0" algn="l"/>
              </a:tabLst>
            </a:pPr>
            <a:r>
              <a:rPr lang="en-GB" sz="3000" b="1" spc="-1" dirty="0">
                <a:solidFill>
                  <a:schemeClr val="dk1"/>
                </a:solidFill>
                <a:latin typeface="Commissioner"/>
                <a:ea typeface="Commissioner"/>
              </a:rPr>
              <a:t>The </a:t>
            </a:r>
            <a:r>
              <a:rPr lang="en-GB" sz="3000" b="1" spc="-1" dirty="0">
                <a:solidFill>
                  <a:srgbClr val="3FCBFB"/>
                </a:solidFill>
                <a:latin typeface="Commissioner"/>
                <a:ea typeface="Commissioner"/>
              </a:rPr>
              <a:t>Solution</a:t>
            </a:r>
            <a:endParaRPr lang="en-US" sz="3000" b="0" strike="noStrike" spc="-1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19" name="Google Shape;145;p30"/>
          <p:cNvSpPr/>
          <p:nvPr/>
        </p:nvSpPr>
        <p:spPr>
          <a:xfrm>
            <a:off x="559800" y="2362680"/>
            <a:ext cx="3278520" cy="96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t">
            <a:sp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GB" sz="1300" b="0" strike="noStrike" spc="-1">
                <a:solidFill>
                  <a:srgbClr val="2F2F2F"/>
                </a:solidFill>
                <a:latin typeface="Commissioner"/>
                <a:ea typeface="Commissioner"/>
              </a:rPr>
              <a:t>Describe the solution you provide with your project, detail the benefits, the value proposition etc.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20" name="Google Shape;146;p30"/>
          <p:cNvGrpSpPr/>
          <p:nvPr/>
        </p:nvGrpSpPr>
        <p:grpSpPr>
          <a:xfrm>
            <a:off x="4903920" y="1252440"/>
            <a:ext cx="3475800" cy="4291560"/>
            <a:chOff x="4903920" y="1252440"/>
            <a:chExt cx="3475800" cy="4291560"/>
          </a:xfrm>
        </p:grpSpPr>
        <p:sp>
          <p:nvSpPr>
            <p:cNvPr id="121" name="Google Shape;147;p30"/>
            <p:cNvSpPr/>
            <p:nvPr/>
          </p:nvSpPr>
          <p:spPr>
            <a:xfrm>
              <a:off x="5007600" y="1386360"/>
              <a:ext cx="3372120" cy="4157280"/>
            </a:xfrm>
            <a:custGeom>
              <a:avLst/>
              <a:gdLst>
                <a:gd name="textAreaLeft" fmla="*/ 0 w 3372120"/>
                <a:gd name="textAreaRight" fmla="*/ 3372480 w 3372120"/>
                <a:gd name="textAreaTop" fmla="*/ 0 h 4157280"/>
                <a:gd name="textAreaBottom" fmla="*/ 4157640 h 4157280"/>
              </a:gdLst>
              <a:ahLst/>
              <a:cxnLst/>
              <a:rect l="textAreaLeft" t="textAreaTop" r="textAreaRight" b="textAreaBottom"/>
              <a:pathLst>
                <a:path w="4496498" h="5543737">
                  <a:moveTo>
                    <a:pt x="749431" y="0"/>
                  </a:moveTo>
                  <a:lnTo>
                    <a:pt x="3747067" y="0"/>
                  </a:lnTo>
                  <a:cubicBezTo>
                    <a:pt x="4160966" y="0"/>
                    <a:pt x="4496498" y="335532"/>
                    <a:pt x="4496498" y="749431"/>
                  </a:cubicBezTo>
                  <a:lnTo>
                    <a:pt x="4496498" y="5543737"/>
                  </a:lnTo>
                  <a:lnTo>
                    <a:pt x="0" y="5543737"/>
                  </a:lnTo>
                  <a:lnTo>
                    <a:pt x="0" y="749431"/>
                  </a:lnTo>
                  <a:cubicBezTo>
                    <a:pt x="0" y="335532"/>
                    <a:pt x="335532" y="0"/>
                    <a:pt x="74943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endParaRPr lang="en-US" sz="1400" b="0" strike="noStrike" spc="-1">
                <a:solidFill>
                  <a:schemeClr val="lt1"/>
                </a:solidFill>
                <a:latin typeface="Open Sans"/>
                <a:ea typeface="Open Sans"/>
              </a:endParaRPr>
            </a:p>
          </p:txBody>
        </p:sp>
        <p:sp>
          <p:nvSpPr>
            <p:cNvPr id="122" name="Google Shape;148;p30"/>
            <p:cNvSpPr/>
            <p:nvPr/>
          </p:nvSpPr>
          <p:spPr>
            <a:xfrm>
              <a:off x="4903920" y="1252440"/>
              <a:ext cx="3372120" cy="4291560"/>
            </a:xfrm>
            <a:custGeom>
              <a:avLst/>
              <a:gdLst>
                <a:gd name="textAreaLeft" fmla="*/ 0 w 3372120"/>
                <a:gd name="textAreaRight" fmla="*/ 3372480 w 3372120"/>
                <a:gd name="textAreaTop" fmla="*/ 0 h 4291560"/>
                <a:gd name="textAreaBottom" fmla="*/ 4291920 h 4291560"/>
              </a:gdLst>
              <a:ahLst/>
              <a:cxnLst/>
              <a:rect l="textAreaLeft" t="textAreaTop" r="textAreaRight" b="textAreaBottom"/>
              <a:pathLst>
                <a:path w="4496498" h="5722436">
                  <a:moveTo>
                    <a:pt x="749431" y="0"/>
                  </a:moveTo>
                  <a:lnTo>
                    <a:pt x="3747067" y="0"/>
                  </a:lnTo>
                  <a:cubicBezTo>
                    <a:pt x="4160966" y="0"/>
                    <a:pt x="4496498" y="335532"/>
                    <a:pt x="4496498" y="749431"/>
                  </a:cubicBezTo>
                  <a:lnTo>
                    <a:pt x="4496498" y="5722436"/>
                  </a:lnTo>
                  <a:lnTo>
                    <a:pt x="0" y="5722436"/>
                  </a:lnTo>
                  <a:lnTo>
                    <a:pt x="0" y="749431"/>
                  </a:lnTo>
                  <a:cubicBezTo>
                    <a:pt x="0" y="335532"/>
                    <a:pt x="335532" y="0"/>
                    <a:pt x="749431" y="0"/>
                  </a:cubicBezTo>
                  <a:close/>
                </a:path>
              </a:pathLst>
            </a:custGeom>
            <a:solidFill>
              <a:schemeClr val="lt1"/>
            </a:solidFill>
            <a:ln w="12700">
              <a:solidFill>
                <a:srgbClr val="6B5216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endParaRPr lang="en-US" sz="1400" b="0" strike="noStrike" spc="-1">
                <a:solidFill>
                  <a:schemeClr val="lt1"/>
                </a:solidFill>
                <a:latin typeface="Open Sans"/>
                <a:ea typeface="Open Sans"/>
              </a:endParaRPr>
            </a:p>
          </p:txBody>
        </p:sp>
      </p:grpSp>
      <p:sp>
        <p:nvSpPr>
          <p:cNvPr id="123" name="Google Shape;149;p30"/>
          <p:cNvSpPr/>
          <p:nvPr/>
        </p:nvSpPr>
        <p:spPr>
          <a:xfrm>
            <a:off x="5127120" y="1571040"/>
            <a:ext cx="2939760" cy="4060440"/>
          </a:xfrm>
          <a:custGeom>
            <a:avLst/>
            <a:gdLst>
              <a:gd name="textAreaLeft" fmla="*/ 0 w 2939760"/>
              <a:gd name="textAreaRight" fmla="*/ 2940120 w 2939760"/>
              <a:gd name="textAreaTop" fmla="*/ 0 h 4060440"/>
              <a:gd name="textAreaBottom" fmla="*/ 4060800 h 4060440"/>
            </a:gdLst>
            <a:ahLst/>
            <a:cxnLst/>
            <a:rect l="textAreaLeft" t="textAreaTop" r="textAreaRight" b="textAreaBottom"/>
            <a:pathLst>
              <a:path w="3920183" h="5414211">
                <a:moveTo>
                  <a:pt x="653377" y="0"/>
                </a:moveTo>
                <a:lnTo>
                  <a:pt x="3266806" y="0"/>
                </a:lnTo>
                <a:cubicBezTo>
                  <a:pt x="3627657" y="0"/>
                  <a:pt x="3920183" y="292527"/>
                  <a:pt x="3920183" y="653377"/>
                </a:cubicBezTo>
                <a:lnTo>
                  <a:pt x="3920183" y="5414211"/>
                </a:lnTo>
                <a:lnTo>
                  <a:pt x="0" y="5414211"/>
                </a:lnTo>
                <a:lnTo>
                  <a:pt x="0" y="653377"/>
                </a:lnTo>
                <a:cubicBezTo>
                  <a:pt x="0" y="292527"/>
                  <a:pt x="292527" y="0"/>
                  <a:pt x="653377" y="0"/>
                </a:cubicBez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24" name="Google Shape;108;p27"/>
          <p:cNvCxnSpPr/>
          <p:nvPr/>
        </p:nvCxnSpPr>
        <p:spPr>
          <a:xfrm>
            <a:off x="-8640" y="771120"/>
            <a:ext cx="9163800" cy="360"/>
          </a:xfrm>
          <a:prstGeom prst="straightConnector1">
            <a:avLst/>
          </a:prstGeom>
          <a:ln w="9525">
            <a:solidFill>
              <a:srgbClr val="D9D9D9"/>
            </a:solidFill>
            <a:round/>
          </a:ln>
        </p:spPr>
      </p:cxnSp>
      <p:pic>
        <p:nvPicPr>
          <p:cNvPr id="125" name="Picture 2" descr="A blue circle with white text and colorful circles with text&#10;&#10;AI-generated content may be incorrect."/>
          <p:cNvPicPr/>
          <p:nvPr/>
        </p:nvPicPr>
        <p:blipFill>
          <a:blip r:embed="rId3"/>
          <a:stretch/>
        </p:blipFill>
        <p:spPr>
          <a:xfrm>
            <a:off x="8334000" y="-11160"/>
            <a:ext cx="759600" cy="7297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A098F-ADC1-1AB4-B6DC-E6527862D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44;p30">
            <a:extLst>
              <a:ext uri="{FF2B5EF4-FFF2-40B4-BE49-F238E27FC236}">
                <a16:creationId xmlns:a16="http://schemas.microsoft.com/office/drawing/2014/main" id="{9FC0C2ED-F3C9-D0BA-F4BA-66FD71A54ABF}"/>
              </a:ext>
            </a:extLst>
          </p:cNvPr>
          <p:cNvSpPr/>
          <p:nvPr/>
        </p:nvSpPr>
        <p:spPr>
          <a:xfrm>
            <a:off x="631440" y="1334520"/>
            <a:ext cx="3846960" cy="99239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t">
            <a:spAutoFit/>
          </a:bodyPr>
          <a:lstStyle/>
          <a:p>
            <a:pPr>
              <a:tabLst>
                <a:tab pos="0" algn="l"/>
              </a:tabLst>
            </a:pPr>
            <a:r>
              <a:rPr lang="en-GB" sz="3000" b="1" spc="-1" dirty="0">
                <a:solidFill>
                  <a:schemeClr val="dk1"/>
                </a:solidFill>
                <a:latin typeface="Commissioner"/>
                <a:ea typeface="Commissioner"/>
              </a:rPr>
              <a:t>Tech Stack &amp;</a:t>
            </a:r>
            <a:endParaRPr lang="en-US" sz="3000" spc="-1" dirty="0">
              <a:solidFill>
                <a:schemeClr val="dk1"/>
              </a:solidFill>
              <a:latin typeface="Arial"/>
              <a:ea typeface="Commissioner"/>
              <a:cs typeface="Arial"/>
            </a:endParaRPr>
          </a:p>
          <a:p>
            <a:pPr>
              <a:tabLst>
                <a:tab pos="0" algn="l"/>
              </a:tabLst>
            </a:pPr>
            <a:r>
              <a:rPr lang="en-GB" sz="3000" b="1" spc="-1" dirty="0">
                <a:solidFill>
                  <a:srgbClr val="3FCBFB"/>
                </a:solidFill>
                <a:latin typeface="Commissioner"/>
                <a:ea typeface="Commissioner"/>
              </a:rPr>
              <a:t>How we used AI</a:t>
            </a:r>
            <a:endParaRPr lang="en-US" sz="3000" b="0" strike="noStrike" spc="-1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19" name="Google Shape;145;p30">
            <a:extLst>
              <a:ext uri="{FF2B5EF4-FFF2-40B4-BE49-F238E27FC236}">
                <a16:creationId xmlns:a16="http://schemas.microsoft.com/office/drawing/2014/main" id="{E11B1405-E10C-F2D8-17AE-EF13BA4942CD}"/>
              </a:ext>
            </a:extLst>
          </p:cNvPr>
          <p:cNvSpPr/>
          <p:nvPr/>
        </p:nvSpPr>
        <p:spPr>
          <a:xfrm>
            <a:off x="559800" y="2362680"/>
            <a:ext cx="3278520" cy="9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t">
            <a:sp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GB" sz="1300" b="0" strike="noStrike" spc="-1" dirty="0">
                <a:solidFill>
                  <a:srgbClr val="2F2F2F"/>
                </a:solidFill>
                <a:latin typeface="Commissioner"/>
                <a:ea typeface="Commissioner"/>
              </a:rPr>
              <a:t>Describe the</a:t>
            </a:r>
            <a:r>
              <a:rPr lang="en-GB" sz="1300" spc="-1" dirty="0">
                <a:solidFill>
                  <a:srgbClr val="2F2F2F"/>
                </a:solidFill>
                <a:latin typeface="Commissioner"/>
                <a:ea typeface="Commissioner"/>
              </a:rPr>
              <a:t> technical part of your implementation and if/how you worked with AI solutions.</a:t>
            </a:r>
            <a:endParaRPr lang="en-GB" sz="1300" b="0" strike="noStrike" spc="-1" dirty="0">
              <a:solidFill>
                <a:srgbClr val="2F2F2F"/>
              </a:solidFill>
              <a:latin typeface="Commissioner"/>
            </a:endParaRPr>
          </a:p>
        </p:txBody>
      </p:sp>
      <p:grpSp>
        <p:nvGrpSpPr>
          <p:cNvPr id="120" name="Google Shape;146;p30">
            <a:extLst>
              <a:ext uri="{FF2B5EF4-FFF2-40B4-BE49-F238E27FC236}">
                <a16:creationId xmlns:a16="http://schemas.microsoft.com/office/drawing/2014/main" id="{40F77F59-334F-DF08-FFC7-C590D441071F}"/>
              </a:ext>
            </a:extLst>
          </p:cNvPr>
          <p:cNvGrpSpPr/>
          <p:nvPr/>
        </p:nvGrpSpPr>
        <p:grpSpPr>
          <a:xfrm>
            <a:off x="4903920" y="1252440"/>
            <a:ext cx="3475800" cy="4291560"/>
            <a:chOff x="4903920" y="1252440"/>
            <a:chExt cx="3475800" cy="4291560"/>
          </a:xfrm>
        </p:grpSpPr>
        <p:sp>
          <p:nvSpPr>
            <p:cNvPr id="121" name="Google Shape;147;p30">
              <a:extLst>
                <a:ext uri="{FF2B5EF4-FFF2-40B4-BE49-F238E27FC236}">
                  <a16:creationId xmlns:a16="http://schemas.microsoft.com/office/drawing/2014/main" id="{89BC71B0-3FE5-EDD6-E9D0-2928C40A20FB}"/>
                </a:ext>
              </a:extLst>
            </p:cNvPr>
            <p:cNvSpPr/>
            <p:nvPr/>
          </p:nvSpPr>
          <p:spPr>
            <a:xfrm>
              <a:off x="5007600" y="1386360"/>
              <a:ext cx="3372120" cy="4157280"/>
            </a:xfrm>
            <a:custGeom>
              <a:avLst/>
              <a:gdLst>
                <a:gd name="textAreaLeft" fmla="*/ 0 w 3372120"/>
                <a:gd name="textAreaRight" fmla="*/ 3372480 w 3372120"/>
                <a:gd name="textAreaTop" fmla="*/ 0 h 4157280"/>
                <a:gd name="textAreaBottom" fmla="*/ 4157640 h 4157280"/>
              </a:gdLst>
              <a:ahLst/>
              <a:cxnLst/>
              <a:rect l="textAreaLeft" t="textAreaTop" r="textAreaRight" b="textAreaBottom"/>
              <a:pathLst>
                <a:path w="4496498" h="5543737">
                  <a:moveTo>
                    <a:pt x="749431" y="0"/>
                  </a:moveTo>
                  <a:lnTo>
                    <a:pt x="3747067" y="0"/>
                  </a:lnTo>
                  <a:cubicBezTo>
                    <a:pt x="4160966" y="0"/>
                    <a:pt x="4496498" y="335532"/>
                    <a:pt x="4496498" y="749431"/>
                  </a:cubicBezTo>
                  <a:lnTo>
                    <a:pt x="4496498" y="5543737"/>
                  </a:lnTo>
                  <a:lnTo>
                    <a:pt x="0" y="5543737"/>
                  </a:lnTo>
                  <a:lnTo>
                    <a:pt x="0" y="749431"/>
                  </a:lnTo>
                  <a:cubicBezTo>
                    <a:pt x="0" y="335532"/>
                    <a:pt x="335532" y="0"/>
                    <a:pt x="74943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endParaRPr lang="en-US" sz="1400" b="0" strike="noStrike" spc="-1">
                <a:solidFill>
                  <a:schemeClr val="lt1"/>
                </a:solidFill>
                <a:latin typeface="Open Sans"/>
                <a:ea typeface="Open Sans"/>
              </a:endParaRPr>
            </a:p>
          </p:txBody>
        </p:sp>
        <p:sp>
          <p:nvSpPr>
            <p:cNvPr id="122" name="Google Shape;148;p30">
              <a:extLst>
                <a:ext uri="{FF2B5EF4-FFF2-40B4-BE49-F238E27FC236}">
                  <a16:creationId xmlns:a16="http://schemas.microsoft.com/office/drawing/2014/main" id="{73092C97-AA23-019C-C8C8-8E24562AC6B9}"/>
                </a:ext>
              </a:extLst>
            </p:cNvPr>
            <p:cNvSpPr/>
            <p:nvPr/>
          </p:nvSpPr>
          <p:spPr>
            <a:xfrm>
              <a:off x="4903920" y="1252440"/>
              <a:ext cx="3372120" cy="4291560"/>
            </a:xfrm>
            <a:custGeom>
              <a:avLst/>
              <a:gdLst>
                <a:gd name="textAreaLeft" fmla="*/ 0 w 3372120"/>
                <a:gd name="textAreaRight" fmla="*/ 3372480 w 3372120"/>
                <a:gd name="textAreaTop" fmla="*/ 0 h 4291560"/>
                <a:gd name="textAreaBottom" fmla="*/ 4291920 h 4291560"/>
              </a:gdLst>
              <a:ahLst/>
              <a:cxnLst/>
              <a:rect l="textAreaLeft" t="textAreaTop" r="textAreaRight" b="textAreaBottom"/>
              <a:pathLst>
                <a:path w="4496498" h="5722436">
                  <a:moveTo>
                    <a:pt x="749431" y="0"/>
                  </a:moveTo>
                  <a:lnTo>
                    <a:pt x="3747067" y="0"/>
                  </a:lnTo>
                  <a:cubicBezTo>
                    <a:pt x="4160966" y="0"/>
                    <a:pt x="4496498" y="335532"/>
                    <a:pt x="4496498" y="749431"/>
                  </a:cubicBezTo>
                  <a:lnTo>
                    <a:pt x="4496498" y="5722436"/>
                  </a:lnTo>
                  <a:lnTo>
                    <a:pt x="0" y="5722436"/>
                  </a:lnTo>
                  <a:lnTo>
                    <a:pt x="0" y="749431"/>
                  </a:lnTo>
                  <a:cubicBezTo>
                    <a:pt x="0" y="335532"/>
                    <a:pt x="335532" y="0"/>
                    <a:pt x="749431" y="0"/>
                  </a:cubicBezTo>
                  <a:close/>
                </a:path>
              </a:pathLst>
            </a:custGeom>
            <a:solidFill>
              <a:schemeClr val="lt1"/>
            </a:solidFill>
            <a:ln w="12700">
              <a:solidFill>
                <a:srgbClr val="6B5216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endParaRPr lang="en-US" sz="1400" b="0" strike="noStrike" spc="-1">
                <a:solidFill>
                  <a:schemeClr val="lt1"/>
                </a:solidFill>
                <a:latin typeface="Open Sans"/>
                <a:ea typeface="Open Sans"/>
              </a:endParaRPr>
            </a:p>
          </p:txBody>
        </p:sp>
      </p:grpSp>
      <p:sp>
        <p:nvSpPr>
          <p:cNvPr id="123" name="Google Shape;149;p30">
            <a:extLst>
              <a:ext uri="{FF2B5EF4-FFF2-40B4-BE49-F238E27FC236}">
                <a16:creationId xmlns:a16="http://schemas.microsoft.com/office/drawing/2014/main" id="{64A41A06-7FEA-95A5-2FB8-689971B477B5}"/>
              </a:ext>
            </a:extLst>
          </p:cNvPr>
          <p:cNvSpPr/>
          <p:nvPr/>
        </p:nvSpPr>
        <p:spPr>
          <a:xfrm>
            <a:off x="5127120" y="1571040"/>
            <a:ext cx="2939760" cy="4060440"/>
          </a:xfrm>
          <a:custGeom>
            <a:avLst/>
            <a:gdLst>
              <a:gd name="textAreaLeft" fmla="*/ 0 w 2939760"/>
              <a:gd name="textAreaRight" fmla="*/ 2940120 w 2939760"/>
              <a:gd name="textAreaTop" fmla="*/ 0 h 4060440"/>
              <a:gd name="textAreaBottom" fmla="*/ 4060800 h 4060440"/>
            </a:gdLst>
            <a:ahLst/>
            <a:cxnLst/>
            <a:rect l="textAreaLeft" t="textAreaTop" r="textAreaRight" b="textAreaBottom"/>
            <a:pathLst>
              <a:path w="3920183" h="5414211">
                <a:moveTo>
                  <a:pt x="653377" y="0"/>
                </a:moveTo>
                <a:lnTo>
                  <a:pt x="3266806" y="0"/>
                </a:lnTo>
                <a:cubicBezTo>
                  <a:pt x="3627657" y="0"/>
                  <a:pt x="3920183" y="292527"/>
                  <a:pt x="3920183" y="653377"/>
                </a:cubicBezTo>
                <a:lnTo>
                  <a:pt x="3920183" y="5414211"/>
                </a:lnTo>
                <a:lnTo>
                  <a:pt x="0" y="5414211"/>
                </a:lnTo>
                <a:lnTo>
                  <a:pt x="0" y="653377"/>
                </a:lnTo>
                <a:cubicBezTo>
                  <a:pt x="0" y="292527"/>
                  <a:pt x="292527" y="0"/>
                  <a:pt x="653377" y="0"/>
                </a:cubicBez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24" name="Google Shape;108;p27">
            <a:extLst>
              <a:ext uri="{FF2B5EF4-FFF2-40B4-BE49-F238E27FC236}">
                <a16:creationId xmlns:a16="http://schemas.microsoft.com/office/drawing/2014/main" id="{D4B5EFC4-1123-55D5-76E9-4E5392738BBA}"/>
              </a:ext>
            </a:extLst>
          </p:cNvPr>
          <p:cNvCxnSpPr/>
          <p:nvPr/>
        </p:nvCxnSpPr>
        <p:spPr>
          <a:xfrm>
            <a:off x="-8640" y="771120"/>
            <a:ext cx="9163800" cy="360"/>
          </a:xfrm>
          <a:prstGeom prst="straightConnector1">
            <a:avLst/>
          </a:prstGeom>
          <a:ln w="9525">
            <a:solidFill>
              <a:srgbClr val="D9D9D9"/>
            </a:solidFill>
            <a:round/>
          </a:ln>
        </p:spPr>
      </p:cxnSp>
      <p:pic>
        <p:nvPicPr>
          <p:cNvPr id="125" name="Picture 2" descr="A blue circle with white text and colorful circles with text&#10;&#10;AI-generated content may be incorrect.">
            <a:extLst>
              <a:ext uri="{FF2B5EF4-FFF2-40B4-BE49-F238E27FC236}">
                <a16:creationId xmlns:a16="http://schemas.microsoft.com/office/drawing/2014/main" id="{2D203ED4-756D-E9F6-15B7-E2A67F5DCA0A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8334000" y="-11160"/>
            <a:ext cx="759600" cy="72972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2111356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57;p31"/>
          <p:cNvSpPr/>
          <p:nvPr/>
        </p:nvSpPr>
        <p:spPr>
          <a:xfrm>
            <a:off x="5112360" y="1523880"/>
            <a:ext cx="3846960" cy="982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3000" b="1" strike="noStrike" spc="-1">
                <a:solidFill>
                  <a:srgbClr val="3FCBFB"/>
                </a:solidFill>
                <a:latin typeface="Commissioner"/>
                <a:ea typeface="Commissioner"/>
              </a:rPr>
              <a:t>Demo</a:t>
            </a:r>
            <a:r>
              <a:rPr lang="en-GB" sz="3000" b="1" strike="noStrike" spc="-1">
                <a:solidFill>
                  <a:srgbClr val="00B9E4"/>
                </a:solidFill>
                <a:latin typeface="Commissioner"/>
                <a:ea typeface="Commissioner"/>
              </a:rPr>
              <a:t> </a:t>
            </a:r>
            <a:r>
              <a:rPr lang="en-GB" sz="3000" b="1" strike="noStrike" spc="-1">
                <a:solidFill>
                  <a:schemeClr val="dk1"/>
                </a:solidFill>
                <a:latin typeface="Commissioner"/>
                <a:ea typeface="Commissioner"/>
              </a:rPr>
              <a:t>of</a:t>
            </a:r>
            <a:br>
              <a:rPr sz="3000"/>
            </a:br>
            <a:r>
              <a:rPr lang="en-GB" sz="3000" b="1" strike="noStrike" spc="-1">
                <a:solidFill>
                  <a:schemeClr val="dk1"/>
                </a:solidFill>
                <a:latin typeface="Commissioner"/>
                <a:ea typeface="Commissioner"/>
              </a:rPr>
              <a:t>the project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Google Shape;158;p31"/>
          <p:cNvSpPr/>
          <p:nvPr/>
        </p:nvSpPr>
        <p:spPr>
          <a:xfrm>
            <a:off x="5112000" y="2642760"/>
            <a:ext cx="3278520" cy="66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t">
            <a:sp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GB" sz="1300" b="0" strike="noStrike" spc="-1">
                <a:solidFill>
                  <a:srgbClr val="2F2F2F"/>
                </a:solidFill>
                <a:latin typeface="Commissioner"/>
                <a:ea typeface="Commissioner"/>
              </a:rPr>
              <a:t>At this point, you make a demo of your project.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28" name="Google Shape;159;p31"/>
          <p:cNvGrpSpPr/>
          <p:nvPr/>
        </p:nvGrpSpPr>
        <p:grpSpPr>
          <a:xfrm>
            <a:off x="1006560" y="1007280"/>
            <a:ext cx="2054880" cy="2045160"/>
            <a:chOff x="1006560" y="1007280"/>
            <a:chExt cx="2054880" cy="2045160"/>
          </a:xfrm>
        </p:grpSpPr>
        <p:sp>
          <p:nvSpPr>
            <p:cNvPr id="129" name="Google Shape;160;p31"/>
            <p:cNvSpPr/>
            <p:nvPr/>
          </p:nvSpPr>
          <p:spPr>
            <a:xfrm>
              <a:off x="1068120" y="1059120"/>
              <a:ext cx="1993320" cy="1993320"/>
            </a:xfrm>
            <a:prstGeom prst="roundRect">
              <a:avLst>
                <a:gd name="adj" fmla="val 16667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endParaRPr lang="en-US" sz="1400" b="0" strike="noStrike" spc="-1">
                <a:solidFill>
                  <a:schemeClr val="lt1"/>
                </a:solidFill>
                <a:latin typeface="Open Sans"/>
                <a:ea typeface="Open Sans"/>
              </a:endParaRPr>
            </a:p>
          </p:txBody>
        </p:sp>
        <p:sp>
          <p:nvSpPr>
            <p:cNvPr id="130" name="Google Shape;161;p31"/>
            <p:cNvSpPr/>
            <p:nvPr/>
          </p:nvSpPr>
          <p:spPr>
            <a:xfrm>
              <a:off x="1006560" y="1007280"/>
              <a:ext cx="1993320" cy="199332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2700">
              <a:solidFill>
                <a:srgbClr val="6B5216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endParaRPr lang="en-US" sz="1400" b="0" strike="noStrike" spc="-1">
                <a:solidFill>
                  <a:schemeClr val="lt1"/>
                </a:solidFill>
                <a:latin typeface="Open Sans"/>
                <a:ea typeface="Open Sans"/>
              </a:endParaRPr>
            </a:p>
          </p:txBody>
        </p:sp>
      </p:grpSp>
      <p:grpSp>
        <p:nvGrpSpPr>
          <p:cNvPr id="131" name="Google Shape;162;p31"/>
          <p:cNvGrpSpPr/>
          <p:nvPr/>
        </p:nvGrpSpPr>
        <p:grpSpPr>
          <a:xfrm>
            <a:off x="3088080" y="2855520"/>
            <a:ext cx="1315440" cy="1309320"/>
            <a:chOff x="3088080" y="2855520"/>
            <a:chExt cx="1315440" cy="1309320"/>
          </a:xfrm>
        </p:grpSpPr>
        <p:sp>
          <p:nvSpPr>
            <p:cNvPr id="132" name="Google Shape;163;p31"/>
            <p:cNvSpPr/>
            <p:nvPr/>
          </p:nvSpPr>
          <p:spPr>
            <a:xfrm>
              <a:off x="3127320" y="2888640"/>
              <a:ext cx="1276200" cy="1276200"/>
            </a:xfrm>
            <a:prstGeom prst="roundRect">
              <a:avLst>
                <a:gd name="adj" fmla="val 16667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endParaRPr lang="en-US" sz="1400" b="0" strike="noStrike" spc="-1">
                <a:solidFill>
                  <a:schemeClr val="lt1"/>
                </a:solidFill>
                <a:latin typeface="Open Sans"/>
                <a:ea typeface="Open Sans"/>
              </a:endParaRPr>
            </a:p>
          </p:txBody>
        </p:sp>
        <p:sp>
          <p:nvSpPr>
            <p:cNvPr id="133" name="Google Shape;164;p31"/>
            <p:cNvSpPr/>
            <p:nvPr/>
          </p:nvSpPr>
          <p:spPr>
            <a:xfrm>
              <a:off x="3088080" y="2855520"/>
              <a:ext cx="1276200" cy="12762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2700">
              <a:solidFill>
                <a:srgbClr val="6B5216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endParaRPr lang="en-US" sz="1400" b="0" strike="noStrike" spc="-1">
                <a:solidFill>
                  <a:schemeClr val="lt1"/>
                </a:solidFill>
                <a:latin typeface="Open Sans"/>
                <a:ea typeface="Open Sans"/>
              </a:endParaRPr>
            </a:p>
          </p:txBody>
        </p:sp>
      </p:grpSp>
      <p:sp>
        <p:nvSpPr>
          <p:cNvPr id="134" name="Google Shape;165;p31"/>
          <p:cNvSpPr/>
          <p:nvPr/>
        </p:nvSpPr>
        <p:spPr>
          <a:xfrm>
            <a:off x="3160440" y="2927880"/>
            <a:ext cx="1131840" cy="1131840"/>
          </a:xfrm>
          <a:custGeom>
            <a:avLst/>
            <a:gdLst>
              <a:gd name="textAreaLeft" fmla="*/ 0 w 1131840"/>
              <a:gd name="textAreaRight" fmla="*/ 1132200 w 1131840"/>
              <a:gd name="textAreaTop" fmla="*/ 0 h 1131840"/>
              <a:gd name="textAreaBottom" fmla="*/ 1132200 h 1131840"/>
            </a:gdLst>
            <a:ahLst/>
            <a:cxnLst/>
            <a:rect l="textAreaLeft" t="textAreaTop" r="textAreaRight" b="textAreaBottom"/>
            <a:pathLst>
              <a:path w="1509552" h="1509552">
                <a:moveTo>
                  <a:pt x="251597" y="0"/>
                </a:moveTo>
                <a:lnTo>
                  <a:pt x="1257955" y="0"/>
                </a:lnTo>
                <a:cubicBezTo>
                  <a:pt x="1396908" y="0"/>
                  <a:pt x="1509552" y="112644"/>
                  <a:pt x="1509552" y="251597"/>
                </a:cubicBezTo>
                <a:lnTo>
                  <a:pt x="1509552" y="1257955"/>
                </a:lnTo>
                <a:cubicBezTo>
                  <a:pt x="1509552" y="1396908"/>
                  <a:pt x="1396908" y="1509552"/>
                  <a:pt x="1257955" y="1509552"/>
                </a:cubicBezTo>
                <a:lnTo>
                  <a:pt x="251597" y="1509552"/>
                </a:lnTo>
                <a:cubicBezTo>
                  <a:pt x="112644" y="1509552"/>
                  <a:pt x="0" y="1396908"/>
                  <a:pt x="0" y="1257955"/>
                </a:cubicBezTo>
                <a:lnTo>
                  <a:pt x="0" y="251597"/>
                </a:lnTo>
                <a:cubicBezTo>
                  <a:pt x="0" y="112644"/>
                  <a:pt x="112644" y="0"/>
                  <a:pt x="251597" y="0"/>
                </a:cubicBez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Google Shape;166;p31"/>
          <p:cNvSpPr/>
          <p:nvPr/>
        </p:nvSpPr>
        <p:spPr>
          <a:xfrm>
            <a:off x="1119600" y="1120320"/>
            <a:ext cx="1767240" cy="1767240"/>
          </a:xfrm>
          <a:custGeom>
            <a:avLst/>
            <a:gdLst>
              <a:gd name="textAreaLeft" fmla="*/ 0 w 1767240"/>
              <a:gd name="textAreaRight" fmla="*/ 1767600 w 1767240"/>
              <a:gd name="textAreaTop" fmla="*/ 0 h 1767240"/>
              <a:gd name="textAreaBottom" fmla="*/ 1767600 h 1767240"/>
            </a:gdLst>
            <a:ahLst/>
            <a:cxnLst/>
            <a:rect l="textAreaLeft" t="textAreaTop" r="textAreaRight" b="textAreaBottom"/>
            <a:pathLst>
              <a:path w="2356930" h="2356930">
                <a:moveTo>
                  <a:pt x="392830" y="0"/>
                </a:moveTo>
                <a:lnTo>
                  <a:pt x="1964100" y="0"/>
                </a:lnTo>
                <a:cubicBezTo>
                  <a:pt x="2181054" y="0"/>
                  <a:pt x="2356930" y="175876"/>
                  <a:pt x="2356930" y="392830"/>
                </a:cubicBezTo>
                <a:lnTo>
                  <a:pt x="2356930" y="1964100"/>
                </a:lnTo>
                <a:cubicBezTo>
                  <a:pt x="2356930" y="2181054"/>
                  <a:pt x="2181054" y="2356930"/>
                  <a:pt x="1964100" y="2356930"/>
                </a:cubicBezTo>
                <a:lnTo>
                  <a:pt x="392830" y="2356930"/>
                </a:lnTo>
                <a:cubicBezTo>
                  <a:pt x="175876" y="2356930"/>
                  <a:pt x="0" y="2181054"/>
                  <a:pt x="0" y="1964100"/>
                </a:cubicBezTo>
                <a:lnTo>
                  <a:pt x="0" y="392830"/>
                </a:lnTo>
                <a:cubicBezTo>
                  <a:pt x="0" y="175876"/>
                  <a:pt x="175876" y="0"/>
                  <a:pt x="392830" y="0"/>
                </a:cubicBez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36" name="Google Shape;168;p31"/>
          <p:cNvGrpSpPr/>
          <p:nvPr/>
        </p:nvGrpSpPr>
        <p:grpSpPr>
          <a:xfrm>
            <a:off x="1312920" y="3392280"/>
            <a:ext cx="1315800" cy="1309320"/>
            <a:chOff x="1312920" y="3392280"/>
            <a:chExt cx="1315800" cy="1309320"/>
          </a:xfrm>
        </p:grpSpPr>
        <p:sp>
          <p:nvSpPr>
            <p:cNvPr id="137" name="Google Shape;169;p31"/>
            <p:cNvSpPr/>
            <p:nvPr/>
          </p:nvSpPr>
          <p:spPr>
            <a:xfrm>
              <a:off x="1352520" y="3425400"/>
              <a:ext cx="1276200" cy="1276200"/>
            </a:xfrm>
            <a:prstGeom prst="roundRect">
              <a:avLst>
                <a:gd name="adj" fmla="val 16667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endParaRPr lang="en-US" sz="1400" b="0" strike="noStrike" spc="-1">
                <a:solidFill>
                  <a:schemeClr val="lt1"/>
                </a:solidFill>
                <a:latin typeface="Open Sans"/>
                <a:ea typeface="Open Sans"/>
              </a:endParaRPr>
            </a:p>
          </p:txBody>
        </p:sp>
        <p:sp>
          <p:nvSpPr>
            <p:cNvPr id="138" name="Google Shape;170;p31"/>
            <p:cNvSpPr/>
            <p:nvPr/>
          </p:nvSpPr>
          <p:spPr>
            <a:xfrm>
              <a:off x="1312920" y="3392280"/>
              <a:ext cx="1276200" cy="12762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2700">
              <a:solidFill>
                <a:srgbClr val="6B5216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endParaRPr lang="en-US" sz="1400" b="0" strike="noStrike" spc="-1">
                <a:solidFill>
                  <a:schemeClr val="lt1"/>
                </a:solidFill>
                <a:latin typeface="Open Sans"/>
                <a:ea typeface="Open Sans"/>
              </a:endParaRPr>
            </a:p>
          </p:txBody>
        </p:sp>
      </p:grpSp>
      <p:sp>
        <p:nvSpPr>
          <p:cNvPr id="139" name="Google Shape;171;p31"/>
          <p:cNvSpPr/>
          <p:nvPr/>
        </p:nvSpPr>
        <p:spPr>
          <a:xfrm>
            <a:off x="1385640" y="3464640"/>
            <a:ext cx="1131840" cy="1131840"/>
          </a:xfrm>
          <a:custGeom>
            <a:avLst/>
            <a:gdLst>
              <a:gd name="textAreaLeft" fmla="*/ 0 w 1131840"/>
              <a:gd name="textAreaRight" fmla="*/ 1132200 w 1131840"/>
              <a:gd name="textAreaTop" fmla="*/ 0 h 1131840"/>
              <a:gd name="textAreaBottom" fmla="*/ 1132200 h 1131840"/>
            </a:gdLst>
            <a:ahLst/>
            <a:cxnLst/>
            <a:rect l="textAreaLeft" t="textAreaTop" r="textAreaRight" b="textAreaBottom"/>
            <a:pathLst>
              <a:path w="1509552" h="1509552">
                <a:moveTo>
                  <a:pt x="251597" y="0"/>
                </a:moveTo>
                <a:lnTo>
                  <a:pt x="1257955" y="0"/>
                </a:lnTo>
                <a:cubicBezTo>
                  <a:pt x="1396908" y="0"/>
                  <a:pt x="1509552" y="112644"/>
                  <a:pt x="1509552" y="251597"/>
                </a:cubicBezTo>
                <a:lnTo>
                  <a:pt x="1509552" y="1257955"/>
                </a:lnTo>
                <a:cubicBezTo>
                  <a:pt x="1509552" y="1396908"/>
                  <a:pt x="1396908" y="1509552"/>
                  <a:pt x="1257955" y="1509552"/>
                </a:cubicBezTo>
                <a:lnTo>
                  <a:pt x="251597" y="1509552"/>
                </a:lnTo>
                <a:cubicBezTo>
                  <a:pt x="112644" y="1509552"/>
                  <a:pt x="0" y="1396908"/>
                  <a:pt x="0" y="1257955"/>
                </a:cubicBezTo>
                <a:lnTo>
                  <a:pt x="0" y="251597"/>
                </a:lnTo>
                <a:cubicBezTo>
                  <a:pt x="0" y="112644"/>
                  <a:pt x="112644" y="0"/>
                  <a:pt x="251597" y="0"/>
                </a:cubicBez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40" name="Google Shape;108;p27"/>
          <p:cNvCxnSpPr/>
          <p:nvPr/>
        </p:nvCxnSpPr>
        <p:spPr>
          <a:xfrm>
            <a:off x="-8640" y="771120"/>
            <a:ext cx="9163800" cy="360"/>
          </a:xfrm>
          <a:prstGeom prst="straightConnector1">
            <a:avLst/>
          </a:prstGeom>
          <a:ln w="9525">
            <a:solidFill>
              <a:srgbClr val="D9D9D9"/>
            </a:solidFill>
            <a:round/>
          </a:ln>
        </p:spPr>
      </p:cxnSp>
      <p:pic>
        <p:nvPicPr>
          <p:cNvPr id="141" name="Picture 2" descr="A blue circle with white text and colorful circles with text&#10;&#10;AI-generated content may be incorrect."/>
          <p:cNvPicPr/>
          <p:nvPr/>
        </p:nvPicPr>
        <p:blipFill>
          <a:blip r:embed="rId4"/>
          <a:stretch/>
        </p:blipFill>
        <p:spPr>
          <a:xfrm>
            <a:off x="8334000" y="-11160"/>
            <a:ext cx="759600" cy="7297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97;p33"/>
          <p:cNvGrpSpPr/>
          <p:nvPr/>
        </p:nvGrpSpPr>
        <p:grpSpPr>
          <a:xfrm>
            <a:off x="4760640" y="1156320"/>
            <a:ext cx="3661560" cy="1001160"/>
            <a:chOff x="4760640" y="1156320"/>
            <a:chExt cx="3661560" cy="1001160"/>
          </a:xfrm>
        </p:grpSpPr>
        <p:sp>
          <p:nvSpPr>
            <p:cNvPr id="143" name="Google Shape;198;p33"/>
            <p:cNvSpPr/>
            <p:nvPr/>
          </p:nvSpPr>
          <p:spPr>
            <a:xfrm>
              <a:off x="4837680" y="1233000"/>
              <a:ext cx="3584520" cy="924480"/>
            </a:xfrm>
            <a:prstGeom prst="roundRect">
              <a:avLst>
                <a:gd name="adj" fmla="val 16667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endParaRPr lang="en-US" sz="1400" b="0" strike="noStrike" spc="-1">
                <a:solidFill>
                  <a:schemeClr val="lt1"/>
                </a:solidFill>
                <a:latin typeface="Open Sans"/>
                <a:ea typeface="Open Sans"/>
              </a:endParaRPr>
            </a:p>
          </p:txBody>
        </p:sp>
        <p:sp>
          <p:nvSpPr>
            <p:cNvPr id="144" name="Google Shape;199;p33"/>
            <p:cNvSpPr/>
            <p:nvPr/>
          </p:nvSpPr>
          <p:spPr>
            <a:xfrm>
              <a:off x="4760640" y="1156320"/>
              <a:ext cx="3584520" cy="92448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2700">
              <a:solidFill>
                <a:srgbClr val="6B5216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endParaRPr lang="en-US" sz="1400" b="0" strike="noStrike" spc="-1">
                <a:solidFill>
                  <a:schemeClr val="lt1"/>
                </a:solidFill>
                <a:latin typeface="Open Sans"/>
                <a:ea typeface="Open Sans"/>
              </a:endParaRPr>
            </a:p>
          </p:txBody>
        </p:sp>
      </p:grpSp>
      <p:grpSp>
        <p:nvGrpSpPr>
          <p:cNvPr id="145" name="Google Shape;200;p33"/>
          <p:cNvGrpSpPr/>
          <p:nvPr/>
        </p:nvGrpSpPr>
        <p:grpSpPr>
          <a:xfrm>
            <a:off x="4760640" y="2376720"/>
            <a:ext cx="3661560" cy="1001160"/>
            <a:chOff x="4760640" y="2376720"/>
            <a:chExt cx="3661560" cy="1001160"/>
          </a:xfrm>
        </p:grpSpPr>
        <p:sp>
          <p:nvSpPr>
            <p:cNvPr id="146" name="Google Shape;201;p33"/>
            <p:cNvSpPr/>
            <p:nvPr/>
          </p:nvSpPr>
          <p:spPr>
            <a:xfrm>
              <a:off x="4837680" y="2453400"/>
              <a:ext cx="3584520" cy="924480"/>
            </a:xfrm>
            <a:prstGeom prst="roundRect">
              <a:avLst>
                <a:gd name="adj" fmla="val 16667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endParaRPr lang="en-US" sz="1400" b="0" strike="noStrike" spc="-1">
                <a:solidFill>
                  <a:schemeClr val="lt1"/>
                </a:solidFill>
                <a:latin typeface="Open Sans"/>
                <a:ea typeface="Open Sans"/>
              </a:endParaRPr>
            </a:p>
          </p:txBody>
        </p:sp>
        <p:sp>
          <p:nvSpPr>
            <p:cNvPr id="147" name="Google Shape;202;p33"/>
            <p:cNvSpPr/>
            <p:nvPr/>
          </p:nvSpPr>
          <p:spPr>
            <a:xfrm>
              <a:off x="4760640" y="2376720"/>
              <a:ext cx="3584520" cy="92448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2700">
              <a:solidFill>
                <a:srgbClr val="6B5216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endParaRPr lang="en-US" sz="1400" b="0" strike="noStrike" spc="-1">
                <a:solidFill>
                  <a:schemeClr val="lt1"/>
                </a:solidFill>
                <a:latin typeface="Open Sans"/>
                <a:ea typeface="Open Sans"/>
              </a:endParaRPr>
            </a:p>
          </p:txBody>
        </p:sp>
      </p:grpSp>
      <p:grpSp>
        <p:nvGrpSpPr>
          <p:cNvPr id="148" name="Google Shape;203;p33"/>
          <p:cNvGrpSpPr/>
          <p:nvPr/>
        </p:nvGrpSpPr>
        <p:grpSpPr>
          <a:xfrm>
            <a:off x="4760640" y="3597480"/>
            <a:ext cx="3661560" cy="1000800"/>
            <a:chOff x="4760640" y="3597480"/>
            <a:chExt cx="3661560" cy="1000800"/>
          </a:xfrm>
        </p:grpSpPr>
        <p:sp>
          <p:nvSpPr>
            <p:cNvPr id="149" name="Google Shape;204;p33"/>
            <p:cNvSpPr/>
            <p:nvPr/>
          </p:nvSpPr>
          <p:spPr>
            <a:xfrm>
              <a:off x="4837680" y="3673800"/>
              <a:ext cx="3584520" cy="924480"/>
            </a:xfrm>
            <a:prstGeom prst="roundRect">
              <a:avLst>
                <a:gd name="adj" fmla="val 16667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endParaRPr lang="en-US" sz="1400" b="0" strike="noStrike" spc="-1">
                <a:solidFill>
                  <a:schemeClr val="lt1"/>
                </a:solidFill>
                <a:latin typeface="Open Sans"/>
                <a:ea typeface="Open Sans"/>
              </a:endParaRPr>
            </a:p>
          </p:txBody>
        </p:sp>
        <p:sp>
          <p:nvSpPr>
            <p:cNvPr id="150" name="Google Shape;205;p33"/>
            <p:cNvSpPr/>
            <p:nvPr/>
          </p:nvSpPr>
          <p:spPr>
            <a:xfrm>
              <a:off x="4760640" y="3597480"/>
              <a:ext cx="3584520" cy="92448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2700">
              <a:solidFill>
                <a:srgbClr val="6B5216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endParaRPr lang="en-US" sz="1400" b="0" strike="noStrike" spc="-1">
                <a:solidFill>
                  <a:schemeClr val="lt1"/>
                </a:solidFill>
                <a:latin typeface="Open Sans"/>
                <a:ea typeface="Open Sans"/>
              </a:endParaRPr>
            </a:p>
          </p:txBody>
        </p:sp>
      </p:grpSp>
      <p:sp>
        <p:nvSpPr>
          <p:cNvPr id="151" name="Google Shape;206;p33"/>
          <p:cNvSpPr/>
          <p:nvPr/>
        </p:nvSpPr>
        <p:spPr>
          <a:xfrm>
            <a:off x="6094080" y="1304280"/>
            <a:ext cx="2157840" cy="25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200" b="1" strike="noStrike" spc="-1">
                <a:solidFill>
                  <a:schemeClr val="dk1"/>
                </a:solidFill>
                <a:latin typeface="Exo"/>
                <a:ea typeface="Exo"/>
              </a:rPr>
              <a:t>Challenges &amp; Learnings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Google Shape;207;p33"/>
          <p:cNvSpPr/>
          <p:nvPr/>
        </p:nvSpPr>
        <p:spPr>
          <a:xfrm>
            <a:off x="6094080" y="1549080"/>
            <a:ext cx="2157840" cy="433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t">
            <a:sp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GB" sz="800" b="0" strike="noStrike" spc="-1">
                <a:solidFill>
                  <a:srgbClr val="2F2F2F"/>
                </a:solidFill>
                <a:latin typeface="Open Sans"/>
                <a:ea typeface="Open Sans"/>
              </a:rPr>
              <a:t>Lorem ipsum dolor sit amet, consectetur adipiscing elit, sed do eiusmod tempor.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Google Shape;208;p33"/>
          <p:cNvSpPr/>
          <p:nvPr/>
        </p:nvSpPr>
        <p:spPr>
          <a:xfrm>
            <a:off x="6094080" y="2523600"/>
            <a:ext cx="2157840" cy="25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200" b="1" strike="noStrike" spc="-1">
                <a:solidFill>
                  <a:schemeClr val="dk1"/>
                </a:solidFill>
                <a:latin typeface="Exo"/>
                <a:ea typeface="Exo"/>
              </a:rPr>
              <a:t>Challenges &amp; Learnings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Google Shape;209;p33"/>
          <p:cNvSpPr/>
          <p:nvPr/>
        </p:nvSpPr>
        <p:spPr>
          <a:xfrm>
            <a:off x="6094080" y="2768400"/>
            <a:ext cx="2157840" cy="433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t">
            <a:sp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GB" sz="800" b="0" strike="noStrike" spc="-1">
                <a:solidFill>
                  <a:srgbClr val="2F2F2F"/>
                </a:solidFill>
                <a:latin typeface="Open Sans"/>
                <a:ea typeface="Open Sans"/>
              </a:rPr>
              <a:t>Lorem ipsum dolor sit amet, consectetur adipiscing elit, sed do eiusmod tempor.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Google Shape;210;p33"/>
          <p:cNvSpPr/>
          <p:nvPr/>
        </p:nvSpPr>
        <p:spPr>
          <a:xfrm>
            <a:off x="6094080" y="3741840"/>
            <a:ext cx="2157840" cy="25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200" b="1" strike="noStrike" spc="-1">
                <a:solidFill>
                  <a:schemeClr val="dk1"/>
                </a:solidFill>
                <a:latin typeface="Exo"/>
                <a:ea typeface="Exo"/>
              </a:rPr>
              <a:t>Challenges &amp; Learnings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Google Shape;211;p33"/>
          <p:cNvSpPr/>
          <p:nvPr/>
        </p:nvSpPr>
        <p:spPr>
          <a:xfrm>
            <a:off x="6094080" y="3987000"/>
            <a:ext cx="2157840" cy="433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t">
            <a:sp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GB" sz="800" b="0" strike="noStrike" spc="-1">
                <a:solidFill>
                  <a:srgbClr val="2F2F2F"/>
                </a:solidFill>
                <a:latin typeface="Open Sans"/>
                <a:ea typeface="Open Sans"/>
              </a:rPr>
              <a:t>Lorem ipsum dolor sit amet, consectetur adipiscing elit, sed do eiusmod tempor.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Google Shape;212;p33"/>
          <p:cNvSpPr/>
          <p:nvPr/>
        </p:nvSpPr>
        <p:spPr>
          <a:xfrm>
            <a:off x="4943520" y="3744720"/>
            <a:ext cx="1044720" cy="639720"/>
          </a:xfrm>
          <a:custGeom>
            <a:avLst/>
            <a:gdLst>
              <a:gd name="textAreaLeft" fmla="*/ 0 w 1044720"/>
              <a:gd name="textAreaRight" fmla="*/ 1045080 w 1044720"/>
              <a:gd name="textAreaTop" fmla="*/ 0 h 639720"/>
              <a:gd name="textAreaBottom" fmla="*/ 640080 h 639720"/>
            </a:gdLst>
            <a:ahLst/>
            <a:cxnLst/>
            <a:rect l="textAreaLeft" t="textAreaTop" r="textAreaRight" b="textAreaBottom"/>
            <a:pathLst>
              <a:path w="1393361" h="853549">
                <a:moveTo>
                  <a:pt x="142261" y="0"/>
                </a:moveTo>
                <a:lnTo>
                  <a:pt x="1251100" y="0"/>
                </a:lnTo>
                <a:cubicBezTo>
                  <a:pt x="1329669" y="0"/>
                  <a:pt x="1393361" y="63692"/>
                  <a:pt x="1393361" y="142261"/>
                </a:cubicBezTo>
                <a:lnTo>
                  <a:pt x="1393361" y="711288"/>
                </a:lnTo>
                <a:cubicBezTo>
                  <a:pt x="1393361" y="789857"/>
                  <a:pt x="1329669" y="853549"/>
                  <a:pt x="1251100" y="853549"/>
                </a:cubicBezTo>
                <a:lnTo>
                  <a:pt x="142261" y="853549"/>
                </a:lnTo>
                <a:cubicBezTo>
                  <a:pt x="63692" y="853549"/>
                  <a:pt x="0" y="789857"/>
                  <a:pt x="0" y="711288"/>
                </a:cubicBezTo>
                <a:lnTo>
                  <a:pt x="0" y="142261"/>
                </a:lnTo>
                <a:cubicBezTo>
                  <a:pt x="0" y="63692"/>
                  <a:pt x="63692" y="0"/>
                  <a:pt x="142261" y="0"/>
                </a:cubicBez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Google Shape;213;p33"/>
          <p:cNvSpPr/>
          <p:nvPr/>
        </p:nvSpPr>
        <p:spPr>
          <a:xfrm>
            <a:off x="4943520" y="2526120"/>
            <a:ext cx="1044720" cy="639720"/>
          </a:xfrm>
          <a:custGeom>
            <a:avLst/>
            <a:gdLst>
              <a:gd name="textAreaLeft" fmla="*/ 0 w 1044720"/>
              <a:gd name="textAreaRight" fmla="*/ 1045080 w 1044720"/>
              <a:gd name="textAreaTop" fmla="*/ 0 h 639720"/>
              <a:gd name="textAreaBottom" fmla="*/ 640080 h 639720"/>
            </a:gdLst>
            <a:ahLst/>
            <a:cxnLst/>
            <a:rect l="textAreaLeft" t="textAreaTop" r="textAreaRight" b="textAreaBottom"/>
            <a:pathLst>
              <a:path w="1393361" h="853549">
                <a:moveTo>
                  <a:pt x="142261" y="0"/>
                </a:moveTo>
                <a:lnTo>
                  <a:pt x="1251100" y="0"/>
                </a:lnTo>
                <a:cubicBezTo>
                  <a:pt x="1329669" y="0"/>
                  <a:pt x="1393361" y="63692"/>
                  <a:pt x="1393361" y="142261"/>
                </a:cubicBezTo>
                <a:lnTo>
                  <a:pt x="1393361" y="711288"/>
                </a:lnTo>
                <a:cubicBezTo>
                  <a:pt x="1393361" y="789857"/>
                  <a:pt x="1329669" y="853549"/>
                  <a:pt x="1251100" y="853549"/>
                </a:cubicBezTo>
                <a:lnTo>
                  <a:pt x="142261" y="853549"/>
                </a:lnTo>
                <a:cubicBezTo>
                  <a:pt x="63692" y="853549"/>
                  <a:pt x="0" y="789857"/>
                  <a:pt x="0" y="711288"/>
                </a:cubicBezTo>
                <a:lnTo>
                  <a:pt x="0" y="142261"/>
                </a:lnTo>
                <a:cubicBezTo>
                  <a:pt x="0" y="63692"/>
                  <a:pt x="63692" y="0"/>
                  <a:pt x="142261" y="0"/>
                </a:cubicBez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Google Shape;214;p33"/>
          <p:cNvSpPr/>
          <p:nvPr/>
        </p:nvSpPr>
        <p:spPr>
          <a:xfrm>
            <a:off x="4943520" y="1306800"/>
            <a:ext cx="1044720" cy="639720"/>
          </a:xfrm>
          <a:custGeom>
            <a:avLst/>
            <a:gdLst>
              <a:gd name="textAreaLeft" fmla="*/ 0 w 1044720"/>
              <a:gd name="textAreaRight" fmla="*/ 1045080 w 1044720"/>
              <a:gd name="textAreaTop" fmla="*/ 0 h 639720"/>
              <a:gd name="textAreaBottom" fmla="*/ 640080 h 639720"/>
            </a:gdLst>
            <a:ahLst/>
            <a:cxnLst/>
            <a:rect l="textAreaLeft" t="textAreaTop" r="textAreaRight" b="textAreaBottom"/>
            <a:pathLst>
              <a:path w="1393361" h="853549">
                <a:moveTo>
                  <a:pt x="142261" y="0"/>
                </a:moveTo>
                <a:lnTo>
                  <a:pt x="1251100" y="0"/>
                </a:lnTo>
                <a:cubicBezTo>
                  <a:pt x="1329669" y="0"/>
                  <a:pt x="1393361" y="63692"/>
                  <a:pt x="1393361" y="142261"/>
                </a:cubicBezTo>
                <a:lnTo>
                  <a:pt x="1393361" y="711288"/>
                </a:lnTo>
                <a:cubicBezTo>
                  <a:pt x="1393361" y="789857"/>
                  <a:pt x="1329669" y="853549"/>
                  <a:pt x="1251100" y="853549"/>
                </a:cubicBezTo>
                <a:lnTo>
                  <a:pt x="142261" y="853549"/>
                </a:lnTo>
                <a:cubicBezTo>
                  <a:pt x="63692" y="853549"/>
                  <a:pt x="0" y="789857"/>
                  <a:pt x="0" y="711288"/>
                </a:cubicBezTo>
                <a:lnTo>
                  <a:pt x="0" y="142261"/>
                </a:lnTo>
                <a:cubicBezTo>
                  <a:pt x="0" y="63692"/>
                  <a:pt x="63692" y="0"/>
                  <a:pt x="142261" y="0"/>
                </a:cubicBez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Google Shape;215;p33"/>
          <p:cNvSpPr/>
          <p:nvPr/>
        </p:nvSpPr>
        <p:spPr>
          <a:xfrm>
            <a:off x="631440" y="1156320"/>
            <a:ext cx="3846960" cy="982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3000" b="1" strike="noStrike" spc="-1">
                <a:solidFill>
                  <a:srgbClr val="3FCBFB"/>
                </a:solidFill>
                <a:latin typeface="Commissioner"/>
                <a:ea typeface="Commissioner"/>
              </a:rPr>
              <a:t>Challenges</a:t>
            </a:r>
            <a:br>
              <a:rPr sz="3000"/>
            </a:br>
            <a:r>
              <a:rPr lang="en-GB" sz="3000" b="1" strike="noStrike" spc="-1">
                <a:solidFill>
                  <a:schemeClr val="dk1"/>
                </a:solidFill>
                <a:latin typeface="Commissioner"/>
                <a:ea typeface="Commissioner"/>
              </a:rPr>
              <a:t>and learnings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Google Shape;216;p33"/>
          <p:cNvSpPr/>
          <p:nvPr/>
        </p:nvSpPr>
        <p:spPr>
          <a:xfrm>
            <a:off x="631440" y="2334240"/>
            <a:ext cx="3103920" cy="96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t">
            <a:sp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GB" sz="1300" b="0" strike="noStrike" spc="-1">
                <a:solidFill>
                  <a:srgbClr val="2F2F2F"/>
                </a:solidFill>
                <a:latin typeface="Commissioner"/>
                <a:ea typeface="Commissioner"/>
              </a:rPr>
              <a:t>Describe the challenges you faced working on this project and what you learned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62" name="Google Shape;108;p27"/>
          <p:cNvCxnSpPr/>
          <p:nvPr/>
        </p:nvCxnSpPr>
        <p:spPr>
          <a:xfrm>
            <a:off x="-8640" y="771120"/>
            <a:ext cx="9163800" cy="360"/>
          </a:xfrm>
          <a:prstGeom prst="straightConnector1">
            <a:avLst/>
          </a:prstGeom>
          <a:ln w="9525">
            <a:solidFill>
              <a:srgbClr val="D9D9D9"/>
            </a:solidFill>
            <a:round/>
          </a:ln>
        </p:spPr>
      </p:cxnSp>
      <p:pic>
        <p:nvPicPr>
          <p:cNvPr id="163" name="Picture 2" descr="A blue circle with white text and colorful circles with text&#10;&#10;AI-generated content may be incorrect."/>
          <p:cNvPicPr/>
          <p:nvPr/>
        </p:nvPicPr>
        <p:blipFill>
          <a:blip r:embed="rId5"/>
          <a:stretch/>
        </p:blipFill>
        <p:spPr>
          <a:xfrm>
            <a:off x="8334000" y="-11160"/>
            <a:ext cx="759600" cy="7297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224;p34"/>
          <p:cNvSpPr/>
          <p:nvPr/>
        </p:nvSpPr>
        <p:spPr>
          <a:xfrm>
            <a:off x="631440" y="1207080"/>
            <a:ext cx="3846960" cy="982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3000" b="1" strike="noStrike" spc="-1">
                <a:solidFill>
                  <a:srgbClr val="3FCBFB"/>
                </a:solidFill>
                <a:latin typeface="Commissioner"/>
                <a:ea typeface="Commissioner"/>
              </a:rPr>
              <a:t>Future</a:t>
            </a:r>
            <a:r>
              <a:rPr lang="en-GB" sz="3000" b="1" strike="noStrike" spc="-1">
                <a:solidFill>
                  <a:schemeClr val="accent6"/>
                </a:solidFill>
                <a:latin typeface="Commissioner"/>
                <a:ea typeface="Commissioner"/>
              </a:rPr>
              <a:t> </a:t>
            </a:r>
            <a:r>
              <a:rPr lang="en-GB" sz="3000" b="1" strike="noStrike" spc="-1">
                <a:solidFill>
                  <a:schemeClr val="dk1"/>
                </a:solidFill>
                <a:latin typeface="Commissioner"/>
                <a:ea typeface="Commissioner"/>
              </a:rPr>
              <a:t>uses</a:t>
            </a:r>
            <a:br>
              <a:rPr sz="3000"/>
            </a:br>
            <a:r>
              <a:rPr lang="en-GB" sz="3000" b="1" strike="noStrike" spc="-1">
                <a:solidFill>
                  <a:schemeClr val="dk1"/>
                </a:solidFill>
                <a:latin typeface="Commissioner"/>
                <a:ea typeface="Commissioner"/>
              </a:rPr>
              <a:t>and </a:t>
            </a:r>
            <a:r>
              <a:rPr lang="en-GB" sz="3000" b="1" strike="noStrike" spc="-1">
                <a:solidFill>
                  <a:srgbClr val="3FCBFB"/>
                </a:solidFill>
                <a:latin typeface="Commissioner"/>
                <a:ea typeface="Commissioner"/>
              </a:rPr>
              <a:t>extensions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Google Shape;225;p34"/>
          <p:cNvSpPr/>
          <p:nvPr/>
        </p:nvSpPr>
        <p:spPr>
          <a:xfrm>
            <a:off x="631440" y="2384640"/>
            <a:ext cx="3312720" cy="66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t">
            <a:sp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GB" sz="1300" b="0" strike="noStrike" spc="-1">
                <a:solidFill>
                  <a:srgbClr val="2F2F2F"/>
                </a:solidFill>
                <a:latin typeface="Commissioner"/>
                <a:ea typeface="Commissioner"/>
              </a:rPr>
              <a:t>Describe the future extensions of your solution.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66" name="Google Shape;226;p34"/>
          <p:cNvGrpSpPr/>
          <p:nvPr/>
        </p:nvGrpSpPr>
        <p:grpSpPr>
          <a:xfrm>
            <a:off x="6643080" y="1207080"/>
            <a:ext cx="1923840" cy="1914840"/>
            <a:chOff x="6643080" y="1207080"/>
            <a:chExt cx="1923840" cy="1914840"/>
          </a:xfrm>
        </p:grpSpPr>
        <p:sp>
          <p:nvSpPr>
            <p:cNvPr id="167" name="Google Shape;227;p34"/>
            <p:cNvSpPr/>
            <p:nvPr/>
          </p:nvSpPr>
          <p:spPr>
            <a:xfrm>
              <a:off x="6700320" y="1255320"/>
              <a:ext cx="1866600" cy="1866600"/>
            </a:xfrm>
            <a:prstGeom prst="roundRect">
              <a:avLst>
                <a:gd name="adj" fmla="val 16667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endParaRPr lang="en-US" sz="1400" b="0" strike="noStrike" spc="-1">
                <a:solidFill>
                  <a:schemeClr val="lt1"/>
                </a:solidFill>
                <a:latin typeface="Open Sans"/>
                <a:ea typeface="Open Sans"/>
              </a:endParaRPr>
            </a:p>
          </p:txBody>
        </p:sp>
        <p:sp>
          <p:nvSpPr>
            <p:cNvPr id="168" name="Google Shape;228;p34"/>
            <p:cNvSpPr/>
            <p:nvPr/>
          </p:nvSpPr>
          <p:spPr>
            <a:xfrm>
              <a:off x="6643080" y="1207080"/>
              <a:ext cx="1866600" cy="18666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2700">
              <a:solidFill>
                <a:srgbClr val="6B5216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endParaRPr lang="en-US" sz="1400" b="0" strike="noStrike" spc="-1">
                <a:solidFill>
                  <a:schemeClr val="lt1"/>
                </a:solidFill>
                <a:latin typeface="Open Sans"/>
                <a:ea typeface="Open Sans"/>
              </a:endParaRPr>
            </a:p>
          </p:txBody>
        </p:sp>
      </p:grpSp>
      <p:pic>
        <p:nvPicPr>
          <p:cNvPr id="169" name="Google Shape;229;p34"/>
          <p:cNvPicPr/>
          <p:nvPr/>
        </p:nvPicPr>
        <p:blipFill>
          <a:blip r:embed="rId2"/>
          <a:srcRect r="-442"/>
          <a:stretch/>
        </p:blipFill>
        <p:spPr>
          <a:xfrm>
            <a:off x="4422960" y="1986120"/>
            <a:ext cx="4289040" cy="2507040"/>
          </a:xfrm>
          <a:prstGeom prst="rect">
            <a:avLst/>
          </a:prstGeom>
          <a:ln w="0">
            <a:noFill/>
          </a:ln>
        </p:spPr>
      </p:pic>
      <p:pic>
        <p:nvPicPr>
          <p:cNvPr id="170" name="Google Shape;230;p34"/>
          <p:cNvPicPr/>
          <p:nvPr/>
        </p:nvPicPr>
        <p:blipFill>
          <a:blip r:embed="rId3"/>
          <a:srcRect l="5437" r="5429"/>
          <a:stretch/>
        </p:blipFill>
        <p:spPr>
          <a:xfrm>
            <a:off x="4941720" y="2148120"/>
            <a:ext cx="3224160" cy="2034360"/>
          </a:xfrm>
          <a:prstGeom prst="rect">
            <a:avLst/>
          </a:prstGeom>
          <a:ln w="0">
            <a:noFill/>
          </a:ln>
        </p:spPr>
      </p:pic>
      <p:cxnSp>
        <p:nvCxnSpPr>
          <p:cNvPr id="171" name="Google Shape;232;p34"/>
          <p:cNvCxnSpPr/>
          <p:nvPr/>
        </p:nvCxnSpPr>
        <p:spPr>
          <a:xfrm>
            <a:off x="-8640" y="667800"/>
            <a:ext cx="9163800" cy="360"/>
          </a:xfrm>
          <a:prstGeom prst="straightConnector1">
            <a:avLst/>
          </a:prstGeom>
          <a:ln w="9525">
            <a:solidFill>
              <a:srgbClr val="D9D9D9"/>
            </a:solidFill>
            <a:round/>
          </a:ln>
        </p:spPr>
      </p:cxnSp>
      <p:pic>
        <p:nvPicPr>
          <p:cNvPr id="172" name="Picture 232" descr="image.png"/>
          <p:cNvPicPr/>
          <p:nvPr/>
        </p:nvPicPr>
        <p:blipFill>
          <a:blip r:embed="rId4"/>
          <a:stretch/>
        </p:blipFill>
        <p:spPr>
          <a:xfrm>
            <a:off x="7315200" y="182880"/>
            <a:ext cx="761040" cy="7311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239;p35"/>
          <p:cNvSpPr/>
          <p:nvPr/>
        </p:nvSpPr>
        <p:spPr>
          <a:xfrm>
            <a:off x="4388760" y="1593000"/>
            <a:ext cx="4054320" cy="3342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strike="noStrike" spc="-1">
              <a:solidFill>
                <a:schemeClr val="lt1"/>
              </a:solidFill>
              <a:latin typeface="Open Sans"/>
              <a:ea typeface="Open Sans"/>
            </a:endParaRPr>
          </a:p>
        </p:txBody>
      </p:sp>
      <p:sp>
        <p:nvSpPr>
          <p:cNvPr id="174" name="Google Shape;240;p35"/>
          <p:cNvSpPr/>
          <p:nvPr/>
        </p:nvSpPr>
        <p:spPr>
          <a:xfrm>
            <a:off x="4287240" y="1467000"/>
            <a:ext cx="4054320" cy="33426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>
            <a:solidFill>
              <a:srgbClr val="6B5216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strike="noStrike" spc="-1">
              <a:solidFill>
                <a:schemeClr val="lt1"/>
              </a:solidFill>
              <a:latin typeface="Open Sans"/>
              <a:ea typeface="Open Sans"/>
            </a:endParaRPr>
          </a:p>
        </p:txBody>
      </p:sp>
      <p:sp>
        <p:nvSpPr>
          <p:cNvPr id="175" name="Google Shape;241;p35"/>
          <p:cNvSpPr/>
          <p:nvPr/>
        </p:nvSpPr>
        <p:spPr>
          <a:xfrm>
            <a:off x="4287240" y="1479960"/>
            <a:ext cx="4054320" cy="570960"/>
          </a:xfrm>
          <a:custGeom>
            <a:avLst/>
            <a:gdLst>
              <a:gd name="textAreaLeft" fmla="*/ 0 w 4054320"/>
              <a:gd name="textAreaRight" fmla="*/ 4054680 w 4054320"/>
              <a:gd name="textAreaTop" fmla="*/ 0 h 570960"/>
              <a:gd name="textAreaBottom" fmla="*/ 571320 h 570960"/>
            </a:gdLst>
            <a:ahLst/>
            <a:cxnLst/>
            <a:rect l="textAreaLeft" t="textAreaTop" r="textAreaRight" b="textAreaBottom"/>
            <a:pathLst>
              <a:path w="5406138" h="761717">
                <a:moveTo>
                  <a:pt x="742907" y="0"/>
                </a:moveTo>
                <a:lnTo>
                  <a:pt x="4663231" y="0"/>
                </a:lnTo>
                <a:cubicBezTo>
                  <a:pt x="5073527" y="0"/>
                  <a:pt x="5406138" y="332611"/>
                  <a:pt x="5406138" y="742907"/>
                </a:cubicBezTo>
                <a:lnTo>
                  <a:pt x="5406138" y="761717"/>
                </a:lnTo>
                <a:lnTo>
                  <a:pt x="0" y="761717"/>
                </a:lnTo>
                <a:lnTo>
                  <a:pt x="0" y="742907"/>
                </a:lnTo>
                <a:cubicBezTo>
                  <a:pt x="0" y="332611"/>
                  <a:pt x="332611" y="0"/>
                  <a:pt x="742907" y="0"/>
                </a:cubicBezTo>
                <a:close/>
              </a:path>
            </a:pathLst>
          </a:custGeom>
          <a:solidFill>
            <a:schemeClr val="lt1"/>
          </a:solidFill>
          <a:ln w="12700">
            <a:solidFill>
              <a:srgbClr val="6B5216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strike="noStrike" spc="-1">
              <a:solidFill>
                <a:schemeClr val="lt1"/>
              </a:solidFill>
              <a:latin typeface="Open Sans"/>
              <a:ea typeface="Open Sans"/>
            </a:endParaRPr>
          </a:p>
        </p:txBody>
      </p:sp>
      <p:sp>
        <p:nvSpPr>
          <p:cNvPr id="176" name="Google Shape;242;p35"/>
          <p:cNvSpPr/>
          <p:nvPr/>
        </p:nvSpPr>
        <p:spPr>
          <a:xfrm>
            <a:off x="4590720" y="1728360"/>
            <a:ext cx="130320" cy="130320"/>
          </a:xfrm>
          <a:prstGeom prst="ellipse">
            <a:avLst/>
          </a:prstGeom>
          <a:solidFill>
            <a:schemeClr val="accent6"/>
          </a:solidFill>
          <a:ln w="12700">
            <a:solidFill>
              <a:srgbClr val="6B5216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strike="noStrike" spc="-1">
              <a:solidFill>
                <a:srgbClr val="3FCBFB"/>
              </a:solidFill>
              <a:latin typeface="Open Sans"/>
              <a:ea typeface="Open Sans"/>
            </a:endParaRPr>
          </a:p>
        </p:txBody>
      </p:sp>
      <p:sp>
        <p:nvSpPr>
          <p:cNvPr id="177" name="Google Shape;243;p35"/>
          <p:cNvSpPr/>
          <p:nvPr/>
        </p:nvSpPr>
        <p:spPr>
          <a:xfrm>
            <a:off x="4926960" y="1728360"/>
            <a:ext cx="130320" cy="130320"/>
          </a:xfrm>
          <a:prstGeom prst="ellipse">
            <a:avLst/>
          </a:prstGeom>
          <a:solidFill>
            <a:srgbClr val="274E13"/>
          </a:solidFill>
          <a:ln w="12700">
            <a:solidFill>
              <a:srgbClr val="6B5216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strike="noStrike" spc="-1">
              <a:solidFill>
                <a:schemeClr val="lt1"/>
              </a:solidFill>
              <a:latin typeface="Open Sans"/>
              <a:ea typeface="Open Sans"/>
            </a:endParaRPr>
          </a:p>
        </p:txBody>
      </p:sp>
      <p:sp>
        <p:nvSpPr>
          <p:cNvPr id="178" name="Google Shape;244;p35"/>
          <p:cNvSpPr/>
          <p:nvPr/>
        </p:nvSpPr>
        <p:spPr>
          <a:xfrm>
            <a:off x="668160" y="1467000"/>
            <a:ext cx="2999880" cy="131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4100" b="1" strike="noStrike" spc="-1">
                <a:solidFill>
                  <a:srgbClr val="3FCBFB"/>
                </a:solidFill>
                <a:latin typeface="Commissioner"/>
                <a:ea typeface="Commissioner"/>
              </a:rPr>
              <a:t>Thank</a:t>
            </a:r>
            <a:r>
              <a:rPr lang="en-GB" sz="4100" b="1" strike="noStrike" spc="-1">
                <a:solidFill>
                  <a:schemeClr val="dk1"/>
                </a:solidFill>
                <a:latin typeface="Commissioner"/>
                <a:ea typeface="Commissioner"/>
              </a:rPr>
              <a:t> You!</a:t>
            </a:r>
            <a:endParaRPr lang="en-US" sz="4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Google Shape;246;p35"/>
          <p:cNvSpPr/>
          <p:nvPr/>
        </p:nvSpPr>
        <p:spPr>
          <a:xfrm>
            <a:off x="4514760" y="2258280"/>
            <a:ext cx="3602880" cy="2363760"/>
          </a:xfrm>
          <a:custGeom>
            <a:avLst/>
            <a:gdLst>
              <a:gd name="textAreaLeft" fmla="*/ 0 w 3602880"/>
              <a:gd name="textAreaRight" fmla="*/ 3603240 w 3602880"/>
              <a:gd name="textAreaTop" fmla="*/ 0 h 2363760"/>
              <a:gd name="textAreaBottom" fmla="*/ 2364120 h 2363760"/>
            </a:gdLst>
            <a:ahLst/>
            <a:cxnLst/>
            <a:rect l="textAreaLeft" t="textAreaTop" r="textAreaRight" b="textAreaBottom"/>
            <a:pathLst>
              <a:path w="4804228" h="3152118">
                <a:moveTo>
                  <a:pt x="525364" y="0"/>
                </a:moveTo>
                <a:lnTo>
                  <a:pt x="4278864" y="0"/>
                </a:lnTo>
                <a:cubicBezTo>
                  <a:pt x="4569015" y="0"/>
                  <a:pt x="4804228" y="235213"/>
                  <a:pt x="4804228" y="525364"/>
                </a:cubicBezTo>
                <a:lnTo>
                  <a:pt x="4804228" y="2626754"/>
                </a:lnTo>
                <a:cubicBezTo>
                  <a:pt x="4804228" y="2916905"/>
                  <a:pt x="4569015" y="3152118"/>
                  <a:pt x="4278864" y="3152118"/>
                </a:cubicBezTo>
                <a:lnTo>
                  <a:pt x="525364" y="3152118"/>
                </a:lnTo>
                <a:cubicBezTo>
                  <a:pt x="235213" y="3152118"/>
                  <a:pt x="0" y="2916905"/>
                  <a:pt x="0" y="2626754"/>
                </a:cubicBezTo>
                <a:lnTo>
                  <a:pt x="0" y="525364"/>
                </a:lnTo>
                <a:cubicBezTo>
                  <a:pt x="0" y="235213"/>
                  <a:pt x="235213" y="0"/>
                  <a:pt x="525364" y="0"/>
                </a:cubicBez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0" name="Picture 2" descr="A blue circle with white text and colorful circles with text&#10;&#10;AI-generated content may be incorrect."/>
          <p:cNvPicPr/>
          <p:nvPr/>
        </p:nvPicPr>
        <p:blipFill>
          <a:blip r:embed="rId3"/>
          <a:stretch/>
        </p:blipFill>
        <p:spPr>
          <a:xfrm>
            <a:off x="7543800" y="2880"/>
            <a:ext cx="1595880" cy="15332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Custom 134">
      <a:dk1>
        <a:srgbClr val="000000"/>
      </a:dk1>
      <a:lt1>
        <a:srgbClr val="FFFFFF"/>
      </a:lt1>
      <a:dk2>
        <a:srgbClr val="3F3F3F"/>
      </a:dk2>
      <a:lt2>
        <a:srgbClr val="E7E6E6"/>
      </a:lt2>
      <a:accent1>
        <a:srgbClr val="FFC436"/>
      </a:accent1>
      <a:accent2>
        <a:srgbClr val="FD8901"/>
      </a:accent2>
      <a:accent3>
        <a:srgbClr val="723FFD"/>
      </a:accent3>
      <a:accent4>
        <a:srgbClr val="3D9BF3"/>
      </a:accent4>
      <a:accent5>
        <a:srgbClr val="FF3D81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ustom 134">
      <a:dk1>
        <a:srgbClr val="000000"/>
      </a:dk1>
      <a:lt1>
        <a:srgbClr val="FFFFFF"/>
      </a:lt1>
      <a:dk2>
        <a:srgbClr val="3F3F3F"/>
      </a:dk2>
      <a:lt2>
        <a:srgbClr val="E7E6E6"/>
      </a:lt2>
      <a:accent1>
        <a:srgbClr val="FFC436"/>
      </a:accent1>
      <a:accent2>
        <a:srgbClr val="FD8901"/>
      </a:accent2>
      <a:accent3>
        <a:srgbClr val="723FFD"/>
      </a:accent3>
      <a:accent4>
        <a:srgbClr val="3D9BF3"/>
      </a:accent4>
      <a:accent5>
        <a:srgbClr val="FF3D81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Custom 134">
      <a:dk1>
        <a:srgbClr val="000000"/>
      </a:dk1>
      <a:lt1>
        <a:srgbClr val="FFFFFF"/>
      </a:lt1>
      <a:dk2>
        <a:srgbClr val="3F3F3F"/>
      </a:dk2>
      <a:lt2>
        <a:srgbClr val="E7E6E6"/>
      </a:lt2>
      <a:accent1>
        <a:srgbClr val="FFC436"/>
      </a:accent1>
      <a:accent2>
        <a:srgbClr val="FD8901"/>
      </a:accent2>
      <a:accent3>
        <a:srgbClr val="723FFD"/>
      </a:accent3>
      <a:accent4>
        <a:srgbClr val="3D9BF3"/>
      </a:accent4>
      <a:accent5>
        <a:srgbClr val="FF3D81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Custom 134">
      <a:dk1>
        <a:srgbClr val="000000"/>
      </a:dk1>
      <a:lt1>
        <a:srgbClr val="FFFFFF"/>
      </a:lt1>
      <a:dk2>
        <a:srgbClr val="3F3F3F"/>
      </a:dk2>
      <a:lt2>
        <a:srgbClr val="E7E6E6"/>
      </a:lt2>
      <a:accent1>
        <a:srgbClr val="FFC436"/>
      </a:accent1>
      <a:accent2>
        <a:srgbClr val="FD8901"/>
      </a:accent2>
      <a:accent3>
        <a:srgbClr val="723FFD"/>
      </a:accent3>
      <a:accent4>
        <a:srgbClr val="3D9BF3"/>
      </a:accent4>
      <a:accent5>
        <a:srgbClr val="FF3D81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Custom 134">
      <a:dk1>
        <a:srgbClr val="000000"/>
      </a:dk1>
      <a:lt1>
        <a:srgbClr val="FFFFFF"/>
      </a:lt1>
      <a:dk2>
        <a:srgbClr val="3F3F3F"/>
      </a:dk2>
      <a:lt2>
        <a:srgbClr val="E7E6E6"/>
      </a:lt2>
      <a:accent1>
        <a:srgbClr val="FFC436"/>
      </a:accent1>
      <a:accent2>
        <a:srgbClr val="FD8901"/>
      </a:accent2>
      <a:accent3>
        <a:srgbClr val="723FFD"/>
      </a:accent3>
      <a:accent4>
        <a:srgbClr val="3D9BF3"/>
      </a:accent4>
      <a:accent5>
        <a:srgbClr val="FF3D81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227</Words>
  <Application>Microsoft Office PowerPoint</Application>
  <PresentationFormat>On-screen Show (16:9)</PresentationFormat>
  <Paragraphs>47</Paragraphs>
  <Slides>9</Slides>
  <Notes>0</Notes>
  <HiddenSlides>0</HiddenSlide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Simple Light</vt:lpstr>
      <vt:lpstr>Office Theme</vt:lpstr>
      <vt:lpstr>Office Theme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/>
  <cp:revision>30</cp:revision>
  <dcterms:modified xsi:type="dcterms:W3CDTF">2026-09-25T14:39:52Z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On-screen Show (16:9)</vt:lpwstr>
  </property>
  <property fmtid="{D5CDD505-2E9C-101B-9397-08002B2CF9AE}" pid="4" name="Slides">
    <vt:i4>9</vt:i4>
  </property>
</Properties>
</file>